
<file path=[Content_Types].xml><?xml version="1.0" encoding="utf-8"?>
<Types xmlns="http://schemas.openxmlformats.org/package/2006/content-types">
  <Default ContentType="application/x-fontdata" Extension="fntdata"/>
  <Default ContentType="image/jpeg" Extension="jpeg"/>
  <Default ContentType="image/png" Extension="png"/>
  <Default ContentType="application/vnd.openxmlformats-package.relationships+xml" Extension="rels"/>
  <Default ContentType="image/svg+xml" Extension="svg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slide+xml" PartName="/ppt/slides/slide10.xml"/>
  <Override ContentType="application/vnd.openxmlformats-officedocument.presentationml.slide+xml" PartName="/ppt/slides/slide11.xml"/>
  <Override ContentType="application/vnd.openxmlformats-officedocument.presentationml.slide+xml" PartName="/ppt/slides/slide12.xml"/>
  <Override ContentType="application/vnd.openxmlformats-officedocument.presentationml.slide+xml" PartName="/ppt/slides/slide13.xml"/>
  <Override ContentType="application/vnd.openxmlformats-officedocument.presentationml.slide+xml" PartName="/ppt/slides/slide14.xml"/>
  <Override ContentType="application/vnd.openxmlformats-officedocument.presentationml.slide+xml" PartName="/ppt/slides/slide15.xml"/>
  <Override ContentType="application/vnd.openxmlformats-officedocument.presentationml.slide+xml" PartName="/ppt/slides/slide16.xml"/>
  <Override ContentType="application/vnd.openxmlformats-officedocument.presentationml.slide+xml" PartName="/ppt/slides/slide17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</p:sldIdLst>
  <p:sldSz cx="18288000" cy="10287000"/>
  <p:notesSz cx="6858000" cy="9144000"/>
  <p:embeddedFontLst>
    <p:embeddedFont>
      <p:font typeface="Canva Sans Bold" charset="1" panose="020B0803030501040103"/>
      <p:regular r:id="rId23"/>
    </p:embeddedFont>
    <p:embeddedFont>
      <p:font typeface="Canva Sans Medium" charset="1" panose="020B0603030501040103"/>
      <p:regular r:id="rId24"/>
    </p:embeddedFont>
    <p:embeddedFont>
      <p:font typeface="Canva Sans" charset="1" panose="020B0503030501040103"/>
      <p:regular r:id="rId25"/>
    </p:embeddedFont>
    <p:embeddedFont>
      <p:font typeface="Muli Bold" charset="1" panose="00000800000000000000"/>
      <p:regular r:id="rId26"/>
    </p:embeddedFont>
    <p:embeddedFont>
      <p:font typeface="Muli" charset="1" panose="00000500000000000000"/>
      <p:regular r:id="rId27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slides/slide7.xml" Type="http://schemas.openxmlformats.org/officeDocument/2006/relationships/slide"/><Relationship Id="rId13" Target="slides/slide8.xml" Type="http://schemas.openxmlformats.org/officeDocument/2006/relationships/slide"/><Relationship Id="rId14" Target="slides/slide9.xml" Type="http://schemas.openxmlformats.org/officeDocument/2006/relationships/slide"/><Relationship Id="rId15" Target="slides/slide10.xml" Type="http://schemas.openxmlformats.org/officeDocument/2006/relationships/slide"/><Relationship Id="rId16" Target="slides/slide11.xml" Type="http://schemas.openxmlformats.org/officeDocument/2006/relationships/slide"/><Relationship Id="rId17" Target="slides/slide12.xml" Type="http://schemas.openxmlformats.org/officeDocument/2006/relationships/slide"/><Relationship Id="rId18" Target="slides/slide13.xml" Type="http://schemas.openxmlformats.org/officeDocument/2006/relationships/slide"/><Relationship Id="rId19" Target="slides/slide14.xml" Type="http://schemas.openxmlformats.org/officeDocument/2006/relationships/slide"/><Relationship Id="rId2" Target="presProps.xml" Type="http://schemas.openxmlformats.org/officeDocument/2006/relationships/presProps"/><Relationship Id="rId20" Target="slides/slide15.xml" Type="http://schemas.openxmlformats.org/officeDocument/2006/relationships/slide"/><Relationship Id="rId21" Target="slides/slide16.xml" Type="http://schemas.openxmlformats.org/officeDocument/2006/relationships/slide"/><Relationship Id="rId22" Target="slides/slide17.xml" Type="http://schemas.openxmlformats.org/officeDocument/2006/relationships/slide"/><Relationship Id="rId23" Target="fonts/font23.fntdata" Type="http://schemas.openxmlformats.org/officeDocument/2006/relationships/font"/><Relationship Id="rId24" Target="fonts/font24.fntdata" Type="http://schemas.openxmlformats.org/officeDocument/2006/relationships/font"/><Relationship Id="rId25" Target="fonts/font25.fntdata" Type="http://schemas.openxmlformats.org/officeDocument/2006/relationships/font"/><Relationship Id="rId26" Target="fonts/font26.fntdata" Type="http://schemas.openxmlformats.org/officeDocument/2006/relationships/font"/><Relationship Id="rId27" Target="fonts/font27.fntdata" Type="http://schemas.openxmlformats.org/officeDocument/2006/relationships/font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jpeg" Type="http://schemas.openxmlformats.org/officeDocument/2006/relationships/image"/><Relationship Id="rId4" Target="../media/image3.jpeg" Type="http://schemas.openxmlformats.org/officeDocument/2006/relationships/image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4.jpeg" Type="http://schemas.openxmlformats.org/officeDocument/2006/relationships/image"/><Relationship Id="rId4" Target="../media/image5.jpeg" Type="http://schemas.openxmlformats.org/officeDocument/2006/relationships/image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/Relationships>
</file>

<file path=ppt/slides/_rels/slide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/Relationships>
</file>

<file path=ppt/slides/_rels/slide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/Relationships>
</file>

<file path=ppt/slides/_rels/slide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6.png" Type="http://schemas.openxmlformats.org/officeDocument/2006/relationships/image"/></Relationships>
</file>

<file path=ppt/slides/_rels/slide1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7.png" Type="http://schemas.openxmlformats.org/officeDocument/2006/relationships/image"/></Relationships>
</file>

<file path=ppt/slides/_rels/slide1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15.svg" Type="http://schemas.openxmlformats.org/officeDocument/2006/relationships/image"/><Relationship Id="rId11" Target="../media/image16.png" Type="http://schemas.openxmlformats.org/officeDocument/2006/relationships/image"/><Relationship Id="rId12" Target="../media/image17.svg" Type="http://schemas.openxmlformats.org/officeDocument/2006/relationships/image"/><Relationship Id="rId13" Target="../media/image18.png" Type="http://schemas.openxmlformats.org/officeDocument/2006/relationships/image"/><Relationship Id="rId2" Target="../media/image1.png" Type="http://schemas.openxmlformats.org/officeDocument/2006/relationships/image"/><Relationship Id="rId3" Target="../media/image8.png" Type="http://schemas.openxmlformats.org/officeDocument/2006/relationships/image"/><Relationship Id="rId4" Target="../media/image9.svg" Type="http://schemas.openxmlformats.org/officeDocument/2006/relationships/image"/><Relationship Id="rId5" Target="../media/image10.png" Type="http://schemas.openxmlformats.org/officeDocument/2006/relationships/image"/><Relationship Id="rId6" Target="../media/image11.svg" Type="http://schemas.openxmlformats.org/officeDocument/2006/relationships/image"/><Relationship Id="rId7" Target="../media/image12.png" Type="http://schemas.openxmlformats.org/officeDocument/2006/relationships/image"/><Relationship Id="rId8" Target="../media/image13.svg" Type="http://schemas.openxmlformats.org/officeDocument/2006/relationships/image"/><Relationship Id="rId9" Target="../media/image14.png" Type="http://schemas.openxmlformats.org/officeDocument/2006/relationships/image"/></Relationships>
</file>

<file path=ppt/slides/_rels/slide1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16.png" Type="http://schemas.openxmlformats.org/officeDocument/2006/relationships/image"/><Relationship Id="rId11" Target="../media/image17.svg" Type="http://schemas.openxmlformats.org/officeDocument/2006/relationships/image"/><Relationship Id="rId12" Target="../media/image18.png" Type="http://schemas.openxmlformats.org/officeDocument/2006/relationships/image"/><Relationship Id="rId13" Target="../media/image1.png" Type="http://schemas.openxmlformats.org/officeDocument/2006/relationships/image"/><Relationship Id="rId14" Target="../media/image19.png" Type="http://schemas.openxmlformats.org/officeDocument/2006/relationships/image"/><Relationship Id="rId2" Target="../media/image8.png" Type="http://schemas.openxmlformats.org/officeDocument/2006/relationships/image"/><Relationship Id="rId3" Target="../media/image9.svg" Type="http://schemas.openxmlformats.org/officeDocument/2006/relationships/image"/><Relationship Id="rId4" Target="../media/image10.png" Type="http://schemas.openxmlformats.org/officeDocument/2006/relationships/image"/><Relationship Id="rId5" Target="../media/image11.svg" Type="http://schemas.openxmlformats.org/officeDocument/2006/relationships/image"/><Relationship Id="rId6" Target="../media/image12.png" Type="http://schemas.openxmlformats.org/officeDocument/2006/relationships/image"/><Relationship Id="rId7" Target="../media/image13.svg" Type="http://schemas.openxmlformats.org/officeDocument/2006/relationships/image"/><Relationship Id="rId8" Target="../media/image14.png" Type="http://schemas.openxmlformats.org/officeDocument/2006/relationships/image"/><Relationship Id="rId9" Target="../media/image15.svg" Type="http://schemas.openxmlformats.org/officeDocument/2006/relationships/image"/></Relationships>
</file>

<file path=ppt/slides/_rels/slide1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15.svg" Type="http://schemas.openxmlformats.org/officeDocument/2006/relationships/image"/><Relationship Id="rId11" Target="../media/image16.png" Type="http://schemas.openxmlformats.org/officeDocument/2006/relationships/image"/><Relationship Id="rId12" Target="../media/image17.svg" Type="http://schemas.openxmlformats.org/officeDocument/2006/relationships/image"/><Relationship Id="rId13" Target="../media/image18.png" Type="http://schemas.openxmlformats.org/officeDocument/2006/relationships/image"/><Relationship Id="rId14" Target="../media/image19.png" Type="http://schemas.openxmlformats.org/officeDocument/2006/relationships/image"/><Relationship Id="rId2" Target="../media/image1.png" Type="http://schemas.openxmlformats.org/officeDocument/2006/relationships/image"/><Relationship Id="rId3" Target="../media/image8.png" Type="http://schemas.openxmlformats.org/officeDocument/2006/relationships/image"/><Relationship Id="rId4" Target="../media/image9.svg" Type="http://schemas.openxmlformats.org/officeDocument/2006/relationships/image"/><Relationship Id="rId5" Target="../media/image10.png" Type="http://schemas.openxmlformats.org/officeDocument/2006/relationships/image"/><Relationship Id="rId6" Target="../media/image11.svg" Type="http://schemas.openxmlformats.org/officeDocument/2006/relationships/image"/><Relationship Id="rId7" Target="../media/image12.png" Type="http://schemas.openxmlformats.org/officeDocument/2006/relationships/image"/><Relationship Id="rId8" Target="../media/image13.svg" Type="http://schemas.openxmlformats.org/officeDocument/2006/relationships/image"/><Relationship Id="rId9" Target="../media/image14.png" Type="http://schemas.openxmlformats.org/officeDocument/2006/relationships/image"/></Relationships>
</file>

<file path=ppt/slides/_rels/slide1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15.svg" Type="http://schemas.openxmlformats.org/officeDocument/2006/relationships/image"/><Relationship Id="rId11" Target="../media/image16.png" Type="http://schemas.openxmlformats.org/officeDocument/2006/relationships/image"/><Relationship Id="rId12" Target="../media/image17.svg" Type="http://schemas.openxmlformats.org/officeDocument/2006/relationships/image"/><Relationship Id="rId13" Target="../media/image18.png" Type="http://schemas.openxmlformats.org/officeDocument/2006/relationships/image"/><Relationship Id="rId14" Target="../media/image19.png" Type="http://schemas.openxmlformats.org/officeDocument/2006/relationships/image"/><Relationship Id="rId2" Target="../media/image1.png" Type="http://schemas.openxmlformats.org/officeDocument/2006/relationships/image"/><Relationship Id="rId3" Target="../media/image8.png" Type="http://schemas.openxmlformats.org/officeDocument/2006/relationships/image"/><Relationship Id="rId4" Target="../media/image9.svg" Type="http://schemas.openxmlformats.org/officeDocument/2006/relationships/image"/><Relationship Id="rId5" Target="../media/image10.png" Type="http://schemas.openxmlformats.org/officeDocument/2006/relationships/image"/><Relationship Id="rId6" Target="../media/image11.svg" Type="http://schemas.openxmlformats.org/officeDocument/2006/relationships/image"/><Relationship Id="rId7" Target="../media/image12.png" Type="http://schemas.openxmlformats.org/officeDocument/2006/relationships/image"/><Relationship Id="rId8" Target="../media/image13.svg" Type="http://schemas.openxmlformats.org/officeDocument/2006/relationships/image"/><Relationship Id="rId9" Target="../media/image14.png" Type="http://schemas.openxmlformats.org/officeDocument/2006/relationships/image"/></Relationships>
</file>

<file path=ppt/slides/_rels/slide1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0.png" Type="http://schemas.openxmlformats.org/officeDocument/2006/relationships/image"/><Relationship Id="rId4" Target="../media/image21.svg" Type="http://schemas.openxmlformats.org/officeDocument/2006/relationships/image"/></Relationships>
</file>

<file path=ppt/slides/_rels/slide1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2.png" Type="http://schemas.openxmlformats.org/officeDocument/2006/relationships/image"/></Relationships>
</file>

<file path=ppt/slides/_rels/slide1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gradFill rotWithShape="true">
          <a:gsLst>
            <a:gs pos="0">
              <a:srgbClr val="FBFBFB">
                <a:alpha val="100000"/>
              </a:srgbClr>
            </a:gs>
            <a:gs pos="33333">
              <a:srgbClr val="F1F1F1">
                <a:alpha val="66500"/>
              </a:srgbClr>
            </a:gs>
            <a:gs pos="66667">
              <a:srgbClr val="E9E9E9">
                <a:alpha val="67000"/>
              </a:srgbClr>
            </a:gs>
            <a:gs pos="100000">
              <a:srgbClr val="E0E1E3">
                <a:alpha val="25000"/>
              </a:srgbClr>
            </a:gs>
          </a:gsLst>
          <a:lin ang="540000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-1039392">
            <a:off x="-5599131" y="-3928144"/>
            <a:ext cx="29486263" cy="18143288"/>
            <a:chOff x="0" y="0"/>
            <a:chExt cx="39315017" cy="24191051"/>
          </a:xfrm>
        </p:grpSpPr>
        <p:sp>
          <p:nvSpPr>
            <p:cNvPr name="Freeform 3" id="3"/>
            <p:cNvSpPr/>
            <p:nvPr/>
          </p:nvSpPr>
          <p:spPr>
            <a:xfrm flipH="false" flipV="true" rot="0">
              <a:off x="10693806" y="890869"/>
              <a:ext cx="13700313" cy="12738888"/>
            </a:xfrm>
            <a:custGeom>
              <a:avLst/>
              <a:gdLst/>
              <a:ahLst/>
              <a:cxnLst/>
              <a:rect r="r" b="b" t="t" l="l"/>
              <a:pathLst>
                <a:path h="12738888" w="13700313">
                  <a:moveTo>
                    <a:pt x="0" y="12738888"/>
                  </a:moveTo>
                  <a:lnTo>
                    <a:pt x="13700313" y="12738888"/>
                  </a:lnTo>
                  <a:lnTo>
                    <a:pt x="13700313" y="0"/>
                  </a:lnTo>
                  <a:lnTo>
                    <a:pt x="0" y="0"/>
                  </a:lnTo>
                  <a:lnTo>
                    <a:pt x="0" y="12738888"/>
                  </a:lnTo>
                  <a:close/>
                </a:path>
              </a:pathLst>
            </a:custGeom>
            <a:blipFill>
              <a:blip r:embed="rId2">
                <a:alphaModFix amt="10999"/>
              </a:blip>
              <a:stretch>
                <a:fillRect l="0" t="0" r="0" b="0"/>
              </a:stretch>
            </a:blipFill>
          </p:spPr>
        </p:sp>
        <p:sp>
          <p:nvSpPr>
            <p:cNvPr name="Freeform 4" id="4"/>
            <p:cNvSpPr/>
            <p:nvPr/>
          </p:nvSpPr>
          <p:spPr>
            <a:xfrm flipH="false" flipV="true" rot="0">
              <a:off x="21387611" y="0"/>
              <a:ext cx="13700313" cy="12738888"/>
            </a:xfrm>
            <a:custGeom>
              <a:avLst/>
              <a:gdLst/>
              <a:ahLst/>
              <a:cxnLst/>
              <a:rect r="r" b="b" t="t" l="l"/>
              <a:pathLst>
                <a:path h="12738888" w="13700313">
                  <a:moveTo>
                    <a:pt x="0" y="12738888"/>
                  </a:moveTo>
                  <a:lnTo>
                    <a:pt x="13700314" y="12738888"/>
                  </a:lnTo>
                  <a:lnTo>
                    <a:pt x="13700314" y="0"/>
                  </a:lnTo>
                  <a:lnTo>
                    <a:pt x="0" y="0"/>
                  </a:lnTo>
                  <a:lnTo>
                    <a:pt x="0" y="12738888"/>
                  </a:lnTo>
                  <a:close/>
                </a:path>
              </a:pathLst>
            </a:custGeom>
            <a:blipFill>
              <a:blip r:embed="rId2">
                <a:alphaModFix amt="10999"/>
              </a:blip>
              <a:stretch>
                <a:fillRect l="0" t="0" r="0" b="0"/>
              </a:stretch>
            </a:blipFill>
          </p:spPr>
        </p:sp>
        <p:sp>
          <p:nvSpPr>
            <p:cNvPr name="Freeform 5" id="5"/>
            <p:cNvSpPr/>
            <p:nvPr/>
          </p:nvSpPr>
          <p:spPr>
            <a:xfrm flipH="true" flipV="false" rot="0">
              <a:off x="25614703" y="9670425"/>
              <a:ext cx="13700313" cy="12738888"/>
            </a:xfrm>
            <a:custGeom>
              <a:avLst/>
              <a:gdLst/>
              <a:ahLst/>
              <a:cxnLst/>
              <a:rect r="r" b="b" t="t" l="l"/>
              <a:pathLst>
                <a:path h="12738888" w="13700313">
                  <a:moveTo>
                    <a:pt x="13700314" y="0"/>
                  </a:moveTo>
                  <a:lnTo>
                    <a:pt x="0" y="0"/>
                  </a:lnTo>
                  <a:lnTo>
                    <a:pt x="0" y="12738888"/>
                  </a:lnTo>
                  <a:lnTo>
                    <a:pt x="13700314" y="12738888"/>
                  </a:lnTo>
                  <a:lnTo>
                    <a:pt x="13700314" y="0"/>
                  </a:lnTo>
                  <a:close/>
                </a:path>
              </a:pathLst>
            </a:custGeom>
            <a:blipFill>
              <a:blip r:embed="rId2">
                <a:alphaModFix amt="10999"/>
              </a:blip>
              <a:stretch>
                <a:fillRect l="0" t="0" r="0" b="0"/>
              </a:stretch>
            </a:blipFill>
          </p:spPr>
        </p:sp>
        <p:sp>
          <p:nvSpPr>
            <p:cNvPr name="Freeform 6" id="6"/>
            <p:cNvSpPr/>
            <p:nvPr/>
          </p:nvSpPr>
          <p:spPr>
            <a:xfrm flipH="true" flipV="false" rot="0">
              <a:off x="14920898" y="10561294"/>
              <a:ext cx="13700313" cy="12738888"/>
            </a:xfrm>
            <a:custGeom>
              <a:avLst/>
              <a:gdLst/>
              <a:ahLst/>
              <a:cxnLst/>
              <a:rect r="r" b="b" t="t" l="l"/>
              <a:pathLst>
                <a:path h="12738888" w="13700313">
                  <a:moveTo>
                    <a:pt x="13700313" y="0"/>
                  </a:moveTo>
                  <a:lnTo>
                    <a:pt x="0" y="0"/>
                  </a:lnTo>
                  <a:lnTo>
                    <a:pt x="0" y="12738888"/>
                  </a:lnTo>
                  <a:lnTo>
                    <a:pt x="13700313" y="12738888"/>
                  </a:lnTo>
                  <a:lnTo>
                    <a:pt x="13700313" y="0"/>
                  </a:lnTo>
                  <a:close/>
                </a:path>
              </a:pathLst>
            </a:custGeom>
            <a:blipFill>
              <a:blip r:embed="rId2">
                <a:alphaModFix amt="10999"/>
              </a:blip>
              <a:stretch>
                <a:fillRect l="0" t="0" r="0" b="0"/>
              </a:stretch>
            </a:blipFill>
          </p:spPr>
        </p:sp>
        <p:sp>
          <p:nvSpPr>
            <p:cNvPr name="Freeform 7" id="7"/>
            <p:cNvSpPr/>
            <p:nvPr/>
          </p:nvSpPr>
          <p:spPr>
            <a:xfrm flipH="false" flipV="true" rot="0">
              <a:off x="0" y="1781739"/>
              <a:ext cx="13700313" cy="12738888"/>
            </a:xfrm>
            <a:custGeom>
              <a:avLst/>
              <a:gdLst/>
              <a:ahLst/>
              <a:cxnLst/>
              <a:rect r="r" b="b" t="t" l="l"/>
              <a:pathLst>
                <a:path h="12738888" w="13700313">
                  <a:moveTo>
                    <a:pt x="0" y="12738888"/>
                  </a:moveTo>
                  <a:lnTo>
                    <a:pt x="13700313" y="12738888"/>
                  </a:lnTo>
                  <a:lnTo>
                    <a:pt x="13700313" y="0"/>
                  </a:lnTo>
                  <a:lnTo>
                    <a:pt x="0" y="0"/>
                  </a:lnTo>
                  <a:lnTo>
                    <a:pt x="0" y="12738888"/>
                  </a:lnTo>
                  <a:close/>
                </a:path>
              </a:pathLst>
            </a:custGeom>
            <a:blipFill>
              <a:blip r:embed="rId2">
                <a:alphaModFix amt="10999"/>
              </a:blip>
              <a:stretch>
                <a:fillRect l="0" t="0" r="0" b="0"/>
              </a:stretch>
            </a:blipFill>
          </p:spPr>
        </p:sp>
        <p:sp>
          <p:nvSpPr>
            <p:cNvPr name="Freeform 8" id="8"/>
            <p:cNvSpPr/>
            <p:nvPr/>
          </p:nvSpPr>
          <p:spPr>
            <a:xfrm flipH="true" flipV="false" rot="0">
              <a:off x="4227092" y="11452163"/>
              <a:ext cx="13700313" cy="12738888"/>
            </a:xfrm>
            <a:custGeom>
              <a:avLst/>
              <a:gdLst/>
              <a:ahLst/>
              <a:cxnLst/>
              <a:rect r="r" b="b" t="t" l="l"/>
              <a:pathLst>
                <a:path h="12738888" w="13700313">
                  <a:moveTo>
                    <a:pt x="13700313" y="0"/>
                  </a:moveTo>
                  <a:lnTo>
                    <a:pt x="0" y="0"/>
                  </a:lnTo>
                  <a:lnTo>
                    <a:pt x="0" y="12738888"/>
                  </a:lnTo>
                  <a:lnTo>
                    <a:pt x="13700313" y="12738888"/>
                  </a:lnTo>
                  <a:lnTo>
                    <a:pt x="13700313" y="0"/>
                  </a:lnTo>
                  <a:close/>
                </a:path>
              </a:pathLst>
            </a:custGeom>
            <a:blipFill>
              <a:blip r:embed="rId2">
                <a:alphaModFix amt="10999"/>
              </a:blip>
              <a:stretch>
                <a:fillRect l="0" t="0" r="0" b="0"/>
              </a:stretch>
            </a:blipFill>
          </p:spPr>
        </p:sp>
      </p:grpSp>
      <p:grpSp>
        <p:nvGrpSpPr>
          <p:cNvPr name="Group 9" id="9"/>
          <p:cNvGrpSpPr/>
          <p:nvPr/>
        </p:nvGrpSpPr>
        <p:grpSpPr>
          <a:xfrm rot="0">
            <a:off x="328767" y="360263"/>
            <a:ext cx="17630466" cy="9566473"/>
            <a:chOff x="0" y="0"/>
            <a:chExt cx="23507288" cy="12755298"/>
          </a:xfrm>
        </p:grpSpPr>
        <p:grpSp>
          <p:nvGrpSpPr>
            <p:cNvPr name="Group 10" id="10"/>
            <p:cNvGrpSpPr/>
            <p:nvPr/>
          </p:nvGrpSpPr>
          <p:grpSpPr>
            <a:xfrm rot="0">
              <a:off x="0" y="7832412"/>
              <a:ext cx="63500" cy="4922886"/>
              <a:chOff x="0" y="0"/>
              <a:chExt cx="12543" cy="972422"/>
            </a:xfrm>
          </p:grpSpPr>
          <p:sp>
            <p:nvSpPr>
              <p:cNvPr name="Freeform 11" id="11"/>
              <p:cNvSpPr/>
              <p:nvPr/>
            </p:nvSpPr>
            <p:spPr>
              <a:xfrm flipH="false" flipV="false" rot="0">
                <a:off x="0" y="0"/>
                <a:ext cx="12543" cy="972422"/>
              </a:xfrm>
              <a:custGeom>
                <a:avLst/>
                <a:gdLst/>
                <a:ahLst/>
                <a:cxnLst/>
                <a:rect r="r" b="b" t="t" l="l"/>
                <a:pathLst>
                  <a:path h="972422" w="12543">
                    <a:moveTo>
                      <a:pt x="0" y="0"/>
                    </a:moveTo>
                    <a:lnTo>
                      <a:pt x="12543" y="0"/>
                    </a:lnTo>
                    <a:lnTo>
                      <a:pt x="12543" y="972422"/>
                    </a:lnTo>
                    <a:lnTo>
                      <a:pt x="0" y="972422"/>
                    </a:lnTo>
                    <a:close/>
                  </a:path>
                </a:pathLst>
              </a:custGeom>
              <a:solidFill>
                <a:srgbClr val="17415F"/>
              </a:solidFill>
            </p:spPr>
          </p:sp>
          <p:sp>
            <p:nvSpPr>
              <p:cNvPr name="TextBox 12" id="12"/>
              <p:cNvSpPr txBox="true"/>
              <p:nvPr/>
            </p:nvSpPr>
            <p:spPr>
              <a:xfrm>
                <a:off x="0" y="-38100"/>
                <a:ext cx="12543" cy="1010522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grpSp>
          <p:nvGrpSpPr>
            <p:cNvPr name="Group 13" id="13"/>
            <p:cNvGrpSpPr/>
            <p:nvPr/>
          </p:nvGrpSpPr>
          <p:grpSpPr>
            <a:xfrm rot="-5400000">
              <a:off x="6920832" y="5834466"/>
              <a:ext cx="63500" cy="13778164"/>
              <a:chOff x="0" y="0"/>
              <a:chExt cx="12543" cy="2721613"/>
            </a:xfrm>
          </p:grpSpPr>
          <p:sp>
            <p:nvSpPr>
              <p:cNvPr name="Freeform 14" id="14"/>
              <p:cNvSpPr/>
              <p:nvPr/>
            </p:nvSpPr>
            <p:spPr>
              <a:xfrm flipH="false" flipV="false" rot="0">
                <a:off x="0" y="0"/>
                <a:ext cx="12543" cy="2721613"/>
              </a:xfrm>
              <a:custGeom>
                <a:avLst/>
                <a:gdLst/>
                <a:ahLst/>
                <a:cxnLst/>
                <a:rect r="r" b="b" t="t" l="l"/>
                <a:pathLst>
                  <a:path h="2721613" w="12543">
                    <a:moveTo>
                      <a:pt x="0" y="0"/>
                    </a:moveTo>
                    <a:lnTo>
                      <a:pt x="12543" y="0"/>
                    </a:lnTo>
                    <a:lnTo>
                      <a:pt x="12543" y="2721613"/>
                    </a:lnTo>
                    <a:lnTo>
                      <a:pt x="0" y="2721613"/>
                    </a:lnTo>
                    <a:close/>
                  </a:path>
                </a:pathLst>
              </a:custGeom>
              <a:solidFill>
                <a:srgbClr val="17415F"/>
              </a:solidFill>
            </p:spPr>
          </p:sp>
          <p:sp>
            <p:nvSpPr>
              <p:cNvPr name="TextBox 15" id="15"/>
              <p:cNvSpPr txBox="true"/>
              <p:nvPr/>
            </p:nvSpPr>
            <p:spPr>
              <a:xfrm>
                <a:off x="0" y="-38100"/>
                <a:ext cx="12543" cy="2759713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grpSp>
          <p:nvGrpSpPr>
            <p:cNvPr name="Group 16" id="16"/>
            <p:cNvGrpSpPr/>
            <p:nvPr/>
          </p:nvGrpSpPr>
          <p:grpSpPr>
            <a:xfrm rot="-10800000">
              <a:off x="23443788" y="0"/>
              <a:ext cx="63500" cy="4922886"/>
              <a:chOff x="0" y="0"/>
              <a:chExt cx="12543" cy="972422"/>
            </a:xfrm>
          </p:grpSpPr>
          <p:sp>
            <p:nvSpPr>
              <p:cNvPr name="Freeform 17" id="17"/>
              <p:cNvSpPr/>
              <p:nvPr/>
            </p:nvSpPr>
            <p:spPr>
              <a:xfrm flipH="false" flipV="false" rot="0">
                <a:off x="0" y="0"/>
                <a:ext cx="12543" cy="972422"/>
              </a:xfrm>
              <a:custGeom>
                <a:avLst/>
                <a:gdLst/>
                <a:ahLst/>
                <a:cxnLst/>
                <a:rect r="r" b="b" t="t" l="l"/>
                <a:pathLst>
                  <a:path h="972422" w="12543">
                    <a:moveTo>
                      <a:pt x="0" y="0"/>
                    </a:moveTo>
                    <a:lnTo>
                      <a:pt x="12543" y="0"/>
                    </a:lnTo>
                    <a:lnTo>
                      <a:pt x="12543" y="972422"/>
                    </a:lnTo>
                    <a:lnTo>
                      <a:pt x="0" y="972422"/>
                    </a:lnTo>
                    <a:close/>
                  </a:path>
                </a:pathLst>
              </a:custGeom>
              <a:solidFill>
                <a:srgbClr val="17415F"/>
              </a:solidFill>
            </p:spPr>
          </p:sp>
          <p:sp>
            <p:nvSpPr>
              <p:cNvPr name="TextBox 18" id="18"/>
              <p:cNvSpPr txBox="true"/>
              <p:nvPr/>
            </p:nvSpPr>
            <p:spPr>
              <a:xfrm>
                <a:off x="0" y="-38100"/>
                <a:ext cx="12543" cy="1010522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grpSp>
          <p:nvGrpSpPr>
            <p:cNvPr name="Group 19" id="19"/>
            <p:cNvGrpSpPr/>
            <p:nvPr/>
          </p:nvGrpSpPr>
          <p:grpSpPr>
            <a:xfrm rot="5400000">
              <a:off x="16522956" y="-6857332"/>
              <a:ext cx="63500" cy="13778164"/>
              <a:chOff x="0" y="0"/>
              <a:chExt cx="12543" cy="2721613"/>
            </a:xfrm>
          </p:grpSpPr>
          <p:sp>
            <p:nvSpPr>
              <p:cNvPr name="Freeform 20" id="20"/>
              <p:cNvSpPr/>
              <p:nvPr/>
            </p:nvSpPr>
            <p:spPr>
              <a:xfrm flipH="false" flipV="false" rot="0">
                <a:off x="0" y="0"/>
                <a:ext cx="12543" cy="2721613"/>
              </a:xfrm>
              <a:custGeom>
                <a:avLst/>
                <a:gdLst/>
                <a:ahLst/>
                <a:cxnLst/>
                <a:rect r="r" b="b" t="t" l="l"/>
                <a:pathLst>
                  <a:path h="2721613" w="12543">
                    <a:moveTo>
                      <a:pt x="0" y="0"/>
                    </a:moveTo>
                    <a:lnTo>
                      <a:pt x="12543" y="0"/>
                    </a:lnTo>
                    <a:lnTo>
                      <a:pt x="12543" y="2721613"/>
                    </a:lnTo>
                    <a:lnTo>
                      <a:pt x="0" y="2721613"/>
                    </a:lnTo>
                    <a:close/>
                  </a:path>
                </a:pathLst>
              </a:custGeom>
              <a:solidFill>
                <a:srgbClr val="17415F"/>
              </a:solidFill>
            </p:spPr>
          </p:sp>
          <p:sp>
            <p:nvSpPr>
              <p:cNvPr name="TextBox 21" id="21"/>
              <p:cNvSpPr txBox="true"/>
              <p:nvPr/>
            </p:nvSpPr>
            <p:spPr>
              <a:xfrm>
                <a:off x="0" y="-38100"/>
                <a:ext cx="12543" cy="2759713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grpSp>
          <p:nvGrpSpPr>
            <p:cNvPr name="Group 22" id="22"/>
            <p:cNvGrpSpPr/>
            <p:nvPr/>
          </p:nvGrpSpPr>
          <p:grpSpPr>
            <a:xfrm rot="-10800000">
              <a:off x="22957231" y="413305"/>
              <a:ext cx="63500" cy="1669468"/>
              <a:chOff x="0" y="0"/>
              <a:chExt cx="12543" cy="329771"/>
            </a:xfrm>
          </p:grpSpPr>
          <p:sp>
            <p:nvSpPr>
              <p:cNvPr name="Freeform 23" id="23"/>
              <p:cNvSpPr/>
              <p:nvPr/>
            </p:nvSpPr>
            <p:spPr>
              <a:xfrm flipH="false" flipV="false" rot="0">
                <a:off x="0" y="0"/>
                <a:ext cx="12543" cy="329771"/>
              </a:xfrm>
              <a:custGeom>
                <a:avLst/>
                <a:gdLst/>
                <a:ahLst/>
                <a:cxnLst/>
                <a:rect r="r" b="b" t="t" l="l"/>
                <a:pathLst>
                  <a:path h="329771" w="12543">
                    <a:moveTo>
                      <a:pt x="0" y="0"/>
                    </a:moveTo>
                    <a:lnTo>
                      <a:pt x="12543" y="0"/>
                    </a:lnTo>
                    <a:lnTo>
                      <a:pt x="12543" y="329771"/>
                    </a:lnTo>
                    <a:lnTo>
                      <a:pt x="0" y="329771"/>
                    </a:lnTo>
                    <a:close/>
                  </a:path>
                </a:pathLst>
              </a:custGeom>
              <a:solidFill>
                <a:srgbClr val="17415F"/>
              </a:solidFill>
            </p:spPr>
          </p:sp>
          <p:sp>
            <p:nvSpPr>
              <p:cNvPr name="TextBox 24" id="24"/>
              <p:cNvSpPr txBox="true"/>
              <p:nvPr/>
            </p:nvSpPr>
            <p:spPr>
              <a:xfrm>
                <a:off x="0" y="-38100"/>
                <a:ext cx="12543" cy="367871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grpSp>
          <p:nvGrpSpPr>
            <p:cNvPr name="Group 25" id="25"/>
            <p:cNvGrpSpPr/>
            <p:nvPr/>
          </p:nvGrpSpPr>
          <p:grpSpPr>
            <a:xfrm rot="5400000">
              <a:off x="20138971" y="-2378926"/>
              <a:ext cx="63500" cy="5647961"/>
              <a:chOff x="0" y="0"/>
              <a:chExt cx="12543" cy="1115647"/>
            </a:xfrm>
          </p:grpSpPr>
          <p:sp>
            <p:nvSpPr>
              <p:cNvPr name="Freeform 26" id="26"/>
              <p:cNvSpPr/>
              <p:nvPr/>
            </p:nvSpPr>
            <p:spPr>
              <a:xfrm flipH="false" flipV="false" rot="0">
                <a:off x="0" y="0"/>
                <a:ext cx="12543" cy="1115647"/>
              </a:xfrm>
              <a:custGeom>
                <a:avLst/>
                <a:gdLst/>
                <a:ahLst/>
                <a:cxnLst/>
                <a:rect r="r" b="b" t="t" l="l"/>
                <a:pathLst>
                  <a:path h="1115647" w="12543">
                    <a:moveTo>
                      <a:pt x="0" y="0"/>
                    </a:moveTo>
                    <a:lnTo>
                      <a:pt x="12543" y="0"/>
                    </a:lnTo>
                    <a:lnTo>
                      <a:pt x="12543" y="1115647"/>
                    </a:lnTo>
                    <a:lnTo>
                      <a:pt x="0" y="1115647"/>
                    </a:lnTo>
                    <a:close/>
                  </a:path>
                </a:pathLst>
              </a:custGeom>
              <a:solidFill>
                <a:srgbClr val="17415F"/>
              </a:solidFill>
            </p:spPr>
          </p:sp>
          <p:sp>
            <p:nvSpPr>
              <p:cNvPr name="TextBox 27" id="27"/>
              <p:cNvSpPr txBox="true"/>
              <p:nvPr/>
            </p:nvSpPr>
            <p:spPr>
              <a:xfrm>
                <a:off x="0" y="-38100"/>
                <a:ext cx="12543" cy="1153747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grpSp>
          <p:nvGrpSpPr>
            <p:cNvPr name="Group 28" id="28"/>
            <p:cNvGrpSpPr/>
            <p:nvPr/>
          </p:nvGrpSpPr>
          <p:grpSpPr>
            <a:xfrm rot="0">
              <a:off x="486556" y="10672525"/>
              <a:ext cx="63500" cy="1669468"/>
              <a:chOff x="0" y="0"/>
              <a:chExt cx="12543" cy="329771"/>
            </a:xfrm>
          </p:grpSpPr>
          <p:sp>
            <p:nvSpPr>
              <p:cNvPr name="Freeform 29" id="29"/>
              <p:cNvSpPr/>
              <p:nvPr/>
            </p:nvSpPr>
            <p:spPr>
              <a:xfrm flipH="false" flipV="false" rot="0">
                <a:off x="0" y="0"/>
                <a:ext cx="12543" cy="329771"/>
              </a:xfrm>
              <a:custGeom>
                <a:avLst/>
                <a:gdLst/>
                <a:ahLst/>
                <a:cxnLst/>
                <a:rect r="r" b="b" t="t" l="l"/>
                <a:pathLst>
                  <a:path h="329771" w="12543">
                    <a:moveTo>
                      <a:pt x="0" y="0"/>
                    </a:moveTo>
                    <a:lnTo>
                      <a:pt x="12543" y="0"/>
                    </a:lnTo>
                    <a:lnTo>
                      <a:pt x="12543" y="329771"/>
                    </a:lnTo>
                    <a:lnTo>
                      <a:pt x="0" y="329771"/>
                    </a:lnTo>
                    <a:close/>
                  </a:path>
                </a:pathLst>
              </a:custGeom>
              <a:solidFill>
                <a:srgbClr val="17415F"/>
              </a:solidFill>
            </p:spPr>
          </p:sp>
          <p:sp>
            <p:nvSpPr>
              <p:cNvPr name="TextBox 30" id="30"/>
              <p:cNvSpPr txBox="true"/>
              <p:nvPr/>
            </p:nvSpPr>
            <p:spPr>
              <a:xfrm>
                <a:off x="0" y="-38100"/>
                <a:ext cx="12543" cy="367871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grpSp>
          <p:nvGrpSpPr>
            <p:cNvPr name="Group 31" id="31"/>
            <p:cNvGrpSpPr/>
            <p:nvPr/>
          </p:nvGrpSpPr>
          <p:grpSpPr>
            <a:xfrm rot="-5400000">
              <a:off x="3304817" y="9486262"/>
              <a:ext cx="63500" cy="5647961"/>
              <a:chOff x="0" y="0"/>
              <a:chExt cx="12543" cy="1115647"/>
            </a:xfrm>
          </p:grpSpPr>
          <p:sp>
            <p:nvSpPr>
              <p:cNvPr name="Freeform 32" id="32"/>
              <p:cNvSpPr/>
              <p:nvPr/>
            </p:nvSpPr>
            <p:spPr>
              <a:xfrm flipH="false" flipV="false" rot="0">
                <a:off x="0" y="0"/>
                <a:ext cx="12543" cy="1115647"/>
              </a:xfrm>
              <a:custGeom>
                <a:avLst/>
                <a:gdLst/>
                <a:ahLst/>
                <a:cxnLst/>
                <a:rect r="r" b="b" t="t" l="l"/>
                <a:pathLst>
                  <a:path h="1115647" w="12543">
                    <a:moveTo>
                      <a:pt x="0" y="0"/>
                    </a:moveTo>
                    <a:lnTo>
                      <a:pt x="12543" y="0"/>
                    </a:lnTo>
                    <a:lnTo>
                      <a:pt x="12543" y="1115647"/>
                    </a:lnTo>
                    <a:lnTo>
                      <a:pt x="0" y="1115647"/>
                    </a:lnTo>
                    <a:close/>
                  </a:path>
                </a:pathLst>
              </a:custGeom>
              <a:solidFill>
                <a:srgbClr val="17415F"/>
              </a:solidFill>
            </p:spPr>
          </p:sp>
          <p:sp>
            <p:nvSpPr>
              <p:cNvPr name="TextBox 33" id="33"/>
              <p:cNvSpPr txBox="true"/>
              <p:nvPr/>
            </p:nvSpPr>
            <p:spPr>
              <a:xfrm>
                <a:off x="0" y="-38100"/>
                <a:ext cx="12543" cy="1153747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</p:grpSp>
      <p:grpSp>
        <p:nvGrpSpPr>
          <p:cNvPr name="Group 34" id="34"/>
          <p:cNvGrpSpPr/>
          <p:nvPr/>
        </p:nvGrpSpPr>
        <p:grpSpPr>
          <a:xfrm rot="0">
            <a:off x="12803055" y="4137633"/>
            <a:ext cx="7442351" cy="7080653"/>
            <a:chOff x="0" y="0"/>
            <a:chExt cx="9923135" cy="9440871"/>
          </a:xfrm>
        </p:grpSpPr>
        <p:grpSp>
          <p:nvGrpSpPr>
            <p:cNvPr name="Group 35" id="35"/>
            <p:cNvGrpSpPr/>
            <p:nvPr/>
          </p:nvGrpSpPr>
          <p:grpSpPr>
            <a:xfrm rot="-9976119">
              <a:off x="3967903" y="3239787"/>
              <a:ext cx="4106879" cy="4289407"/>
              <a:chOff x="0" y="0"/>
              <a:chExt cx="571500" cy="596900"/>
            </a:xfrm>
          </p:grpSpPr>
          <p:sp>
            <p:nvSpPr>
              <p:cNvPr name="Freeform 36" id="36"/>
              <p:cNvSpPr/>
              <p:nvPr/>
            </p:nvSpPr>
            <p:spPr>
              <a:xfrm flipH="false" flipV="false" rot="0">
                <a:off x="0" y="0"/>
                <a:ext cx="571500" cy="596900"/>
              </a:xfrm>
              <a:custGeom>
                <a:avLst/>
                <a:gdLst/>
                <a:ahLst/>
                <a:cxnLst/>
                <a:rect r="r" b="b" t="t" l="l"/>
                <a:pathLst>
                  <a:path h="596900" w="571500">
                    <a:moveTo>
                      <a:pt x="571500" y="596900"/>
                    </a:moveTo>
                    <a:lnTo>
                      <a:pt x="0" y="596900"/>
                    </a:lnTo>
                    <a:lnTo>
                      <a:pt x="0" y="0"/>
                    </a:lnTo>
                    <a:lnTo>
                      <a:pt x="571500" y="596900"/>
                    </a:lnTo>
                    <a:close/>
                  </a:path>
                </a:pathLst>
              </a:custGeom>
              <a:solidFill>
                <a:srgbClr val="A5B4C7"/>
              </a:solidFill>
            </p:spPr>
          </p:sp>
          <p:sp>
            <p:nvSpPr>
              <p:cNvPr name="TextBox 37" id="37"/>
              <p:cNvSpPr txBox="true"/>
              <p:nvPr/>
            </p:nvSpPr>
            <p:spPr>
              <a:xfrm>
                <a:off x="0" y="260350"/>
                <a:ext cx="285750" cy="335280"/>
              </a:xfrm>
              <a:prstGeom prst="rect">
                <a:avLst/>
              </a:prstGeom>
            </p:spPr>
            <p:txBody>
              <a:bodyPr anchor="ctr" rtlCol="false" tIns="52956" lIns="52956" bIns="52956" rIns="52956"/>
              <a:lstStyle/>
              <a:p>
                <a:pPr algn="ctr">
                  <a:lnSpc>
                    <a:spcPts val="2660"/>
                  </a:lnSpc>
                </a:pPr>
              </a:p>
            </p:txBody>
          </p:sp>
        </p:grpSp>
        <p:grpSp>
          <p:nvGrpSpPr>
            <p:cNvPr name="Group 38" id="38"/>
            <p:cNvGrpSpPr/>
            <p:nvPr/>
          </p:nvGrpSpPr>
          <p:grpSpPr>
            <a:xfrm rot="-10800000">
              <a:off x="3876639" y="5687640"/>
              <a:ext cx="4289407" cy="3753231"/>
              <a:chOff x="0" y="0"/>
              <a:chExt cx="812800" cy="711200"/>
            </a:xfrm>
          </p:grpSpPr>
          <p:sp>
            <p:nvSpPr>
              <p:cNvPr name="Freeform 39" id="39"/>
              <p:cNvSpPr/>
              <p:nvPr/>
            </p:nvSpPr>
            <p:spPr>
              <a:xfrm flipH="false" flipV="false" rot="0">
                <a:off x="0" y="0"/>
                <a:ext cx="812800" cy="711200"/>
              </a:xfrm>
              <a:custGeom>
                <a:avLst/>
                <a:gdLst/>
                <a:ahLst/>
                <a:cxnLst/>
                <a:rect r="r" b="b" t="t" l="l"/>
                <a:pathLst>
                  <a:path h="711200" w="812800">
                    <a:moveTo>
                      <a:pt x="406400" y="711200"/>
                    </a:moveTo>
                    <a:lnTo>
                      <a:pt x="812800" y="0"/>
                    </a:lnTo>
                    <a:lnTo>
                      <a:pt x="0" y="0"/>
                    </a:lnTo>
                    <a:lnTo>
                      <a:pt x="406400" y="711200"/>
                    </a:lnTo>
                    <a:close/>
                  </a:path>
                </a:pathLst>
              </a:custGeom>
              <a:solidFill>
                <a:srgbClr val="6B7A8C"/>
              </a:solidFill>
            </p:spPr>
          </p:sp>
          <p:sp>
            <p:nvSpPr>
              <p:cNvPr name="TextBox 40" id="40"/>
              <p:cNvSpPr txBox="true"/>
              <p:nvPr/>
            </p:nvSpPr>
            <p:spPr>
              <a:xfrm>
                <a:off x="127000" y="12700"/>
                <a:ext cx="558800" cy="368300"/>
              </a:xfrm>
              <a:prstGeom prst="rect">
                <a:avLst/>
              </a:prstGeom>
            </p:spPr>
            <p:txBody>
              <a:bodyPr anchor="ctr" rtlCol="false" tIns="52956" lIns="52956" bIns="52956" rIns="52956"/>
              <a:lstStyle/>
              <a:p>
                <a:pPr algn="ctr">
                  <a:lnSpc>
                    <a:spcPts val="2660"/>
                  </a:lnSpc>
                </a:pPr>
              </a:p>
            </p:txBody>
          </p:sp>
        </p:grpSp>
        <p:grpSp>
          <p:nvGrpSpPr>
            <p:cNvPr name="Group 41" id="41"/>
            <p:cNvGrpSpPr/>
            <p:nvPr/>
          </p:nvGrpSpPr>
          <p:grpSpPr>
            <a:xfrm rot="-10800000">
              <a:off x="5633729" y="0"/>
              <a:ext cx="4289407" cy="3753231"/>
              <a:chOff x="0" y="0"/>
              <a:chExt cx="812800" cy="711200"/>
            </a:xfrm>
          </p:grpSpPr>
          <p:sp>
            <p:nvSpPr>
              <p:cNvPr name="Freeform 42" id="42"/>
              <p:cNvSpPr/>
              <p:nvPr/>
            </p:nvSpPr>
            <p:spPr>
              <a:xfrm flipH="false" flipV="false" rot="0">
                <a:off x="0" y="0"/>
                <a:ext cx="812800" cy="711200"/>
              </a:xfrm>
              <a:custGeom>
                <a:avLst/>
                <a:gdLst/>
                <a:ahLst/>
                <a:cxnLst/>
                <a:rect r="r" b="b" t="t" l="l"/>
                <a:pathLst>
                  <a:path h="711200" w="812800">
                    <a:moveTo>
                      <a:pt x="406400" y="711200"/>
                    </a:moveTo>
                    <a:lnTo>
                      <a:pt x="812800" y="0"/>
                    </a:lnTo>
                    <a:lnTo>
                      <a:pt x="0" y="0"/>
                    </a:lnTo>
                    <a:lnTo>
                      <a:pt x="406400" y="711200"/>
                    </a:lnTo>
                    <a:close/>
                  </a:path>
                </a:pathLst>
              </a:custGeom>
              <a:solidFill>
                <a:srgbClr val="3E526A"/>
              </a:solidFill>
            </p:spPr>
          </p:sp>
          <p:sp>
            <p:nvSpPr>
              <p:cNvPr name="TextBox 43" id="43"/>
              <p:cNvSpPr txBox="true"/>
              <p:nvPr/>
            </p:nvSpPr>
            <p:spPr>
              <a:xfrm>
                <a:off x="127000" y="12700"/>
                <a:ext cx="558800" cy="368300"/>
              </a:xfrm>
              <a:prstGeom prst="rect">
                <a:avLst/>
              </a:prstGeom>
            </p:spPr>
            <p:txBody>
              <a:bodyPr anchor="ctr" rtlCol="false" tIns="52956" lIns="52956" bIns="52956" rIns="52956"/>
              <a:lstStyle/>
              <a:p>
                <a:pPr algn="ctr">
                  <a:lnSpc>
                    <a:spcPts val="2660"/>
                  </a:lnSpc>
                </a:pPr>
              </a:p>
            </p:txBody>
          </p:sp>
        </p:grpSp>
        <p:grpSp>
          <p:nvGrpSpPr>
            <p:cNvPr name="Group 44" id="44"/>
            <p:cNvGrpSpPr/>
            <p:nvPr/>
          </p:nvGrpSpPr>
          <p:grpSpPr>
            <a:xfrm rot="-10800000">
              <a:off x="0" y="7297660"/>
              <a:ext cx="6021343" cy="1315321"/>
              <a:chOff x="0" y="0"/>
              <a:chExt cx="1140985" cy="249240"/>
            </a:xfrm>
          </p:grpSpPr>
          <p:sp>
            <p:nvSpPr>
              <p:cNvPr name="Freeform 45" id="45"/>
              <p:cNvSpPr/>
              <p:nvPr/>
            </p:nvSpPr>
            <p:spPr>
              <a:xfrm flipH="false" flipV="false" rot="0">
                <a:off x="0" y="0"/>
                <a:ext cx="1140985" cy="249240"/>
              </a:xfrm>
              <a:custGeom>
                <a:avLst/>
                <a:gdLst/>
                <a:ahLst/>
                <a:cxnLst/>
                <a:rect r="r" b="b" t="t" l="l"/>
                <a:pathLst>
                  <a:path h="249240" w="1140985">
                    <a:moveTo>
                      <a:pt x="203200" y="0"/>
                    </a:moveTo>
                    <a:lnTo>
                      <a:pt x="1140985" y="0"/>
                    </a:lnTo>
                    <a:lnTo>
                      <a:pt x="937785" y="249240"/>
                    </a:lnTo>
                    <a:lnTo>
                      <a:pt x="0" y="249240"/>
                    </a:lnTo>
                    <a:lnTo>
                      <a:pt x="203200" y="0"/>
                    </a:lnTo>
                    <a:close/>
                  </a:path>
                </a:pathLst>
              </a:custGeom>
              <a:solidFill>
                <a:srgbClr val="88A5C4"/>
              </a:solidFill>
            </p:spPr>
          </p:sp>
          <p:sp>
            <p:nvSpPr>
              <p:cNvPr name="TextBox 46" id="46"/>
              <p:cNvSpPr txBox="true"/>
              <p:nvPr/>
            </p:nvSpPr>
            <p:spPr>
              <a:xfrm>
                <a:off x="101600" y="-38100"/>
                <a:ext cx="937785" cy="287340"/>
              </a:xfrm>
              <a:prstGeom prst="rect">
                <a:avLst/>
              </a:prstGeom>
            </p:spPr>
            <p:txBody>
              <a:bodyPr anchor="ctr" rtlCol="false" tIns="52956" lIns="52956" bIns="52956" rIns="52956"/>
              <a:lstStyle/>
              <a:p>
                <a:pPr algn="ctr">
                  <a:lnSpc>
                    <a:spcPts val="2660"/>
                  </a:lnSpc>
                </a:pPr>
              </a:p>
            </p:txBody>
          </p:sp>
        </p:grpSp>
        <p:grpSp>
          <p:nvGrpSpPr>
            <p:cNvPr name="Group 47" id="47"/>
            <p:cNvGrpSpPr/>
            <p:nvPr/>
          </p:nvGrpSpPr>
          <p:grpSpPr>
            <a:xfrm rot="-8863024">
              <a:off x="4411262" y="4994167"/>
              <a:ext cx="1017341" cy="1062556"/>
              <a:chOff x="0" y="0"/>
              <a:chExt cx="571500" cy="596900"/>
            </a:xfrm>
          </p:grpSpPr>
          <p:sp>
            <p:nvSpPr>
              <p:cNvPr name="Freeform 48" id="48"/>
              <p:cNvSpPr/>
              <p:nvPr/>
            </p:nvSpPr>
            <p:spPr>
              <a:xfrm flipH="false" flipV="false" rot="0">
                <a:off x="0" y="0"/>
                <a:ext cx="571500" cy="596900"/>
              </a:xfrm>
              <a:custGeom>
                <a:avLst/>
                <a:gdLst/>
                <a:ahLst/>
                <a:cxnLst/>
                <a:rect r="r" b="b" t="t" l="l"/>
                <a:pathLst>
                  <a:path h="596900" w="571500">
                    <a:moveTo>
                      <a:pt x="571500" y="596900"/>
                    </a:moveTo>
                    <a:lnTo>
                      <a:pt x="0" y="596900"/>
                    </a:lnTo>
                    <a:lnTo>
                      <a:pt x="0" y="0"/>
                    </a:lnTo>
                    <a:lnTo>
                      <a:pt x="571500" y="596900"/>
                    </a:lnTo>
                    <a:close/>
                  </a:path>
                </a:pathLst>
              </a:custGeom>
              <a:solidFill>
                <a:srgbClr val="88A5C4"/>
              </a:solidFill>
            </p:spPr>
          </p:sp>
          <p:sp>
            <p:nvSpPr>
              <p:cNvPr name="TextBox 49" id="49"/>
              <p:cNvSpPr txBox="true"/>
              <p:nvPr/>
            </p:nvSpPr>
            <p:spPr>
              <a:xfrm>
                <a:off x="0" y="260350"/>
                <a:ext cx="285750" cy="335280"/>
              </a:xfrm>
              <a:prstGeom prst="rect">
                <a:avLst/>
              </a:prstGeom>
            </p:spPr>
            <p:txBody>
              <a:bodyPr anchor="ctr" rtlCol="false" tIns="52956" lIns="52956" bIns="52956" rIns="52956"/>
              <a:lstStyle/>
              <a:p>
                <a:pPr algn="ctr">
                  <a:lnSpc>
                    <a:spcPts val="2660"/>
                  </a:lnSpc>
                </a:pPr>
              </a:p>
            </p:txBody>
          </p:sp>
        </p:grpSp>
        <p:grpSp>
          <p:nvGrpSpPr>
            <p:cNvPr name="Group 50" id="50"/>
            <p:cNvGrpSpPr/>
            <p:nvPr/>
          </p:nvGrpSpPr>
          <p:grpSpPr>
            <a:xfrm rot="6506687">
              <a:off x="861455" y="6491844"/>
              <a:ext cx="693615" cy="724442"/>
              <a:chOff x="0" y="0"/>
              <a:chExt cx="571500" cy="596900"/>
            </a:xfrm>
          </p:grpSpPr>
          <p:sp>
            <p:nvSpPr>
              <p:cNvPr name="Freeform 51" id="51"/>
              <p:cNvSpPr/>
              <p:nvPr/>
            </p:nvSpPr>
            <p:spPr>
              <a:xfrm flipH="false" flipV="false" rot="0">
                <a:off x="0" y="0"/>
                <a:ext cx="571500" cy="596900"/>
              </a:xfrm>
              <a:custGeom>
                <a:avLst/>
                <a:gdLst/>
                <a:ahLst/>
                <a:cxnLst/>
                <a:rect r="r" b="b" t="t" l="l"/>
                <a:pathLst>
                  <a:path h="596900" w="571500">
                    <a:moveTo>
                      <a:pt x="571500" y="596900"/>
                    </a:moveTo>
                    <a:lnTo>
                      <a:pt x="0" y="596900"/>
                    </a:lnTo>
                    <a:lnTo>
                      <a:pt x="0" y="0"/>
                    </a:lnTo>
                    <a:lnTo>
                      <a:pt x="571500" y="596900"/>
                    </a:lnTo>
                    <a:close/>
                  </a:path>
                </a:pathLst>
              </a:custGeom>
              <a:solidFill>
                <a:srgbClr val="6B7A8C"/>
              </a:solidFill>
            </p:spPr>
          </p:sp>
          <p:sp>
            <p:nvSpPr>
              <p:cNvPr name="TextBox 52" id="52"/>
              <p:cNvSpPr txBox="true"/>
              <p:nvPr/>
            </p:nvSpPr>
            <p:spPr>
              <a:xfrm>
                <a:off x="0" y="260350"/>
                <a:ext cx="285750" cy="335280"/>
              </a:xfrm>
              <a:prstGeom prst="rect">
                <a:avLst/>
              </a:prstGeom>
            </p:spPr>
            <p:txBody>
              <a:bodyPr anchor="ctr" rtlCol="false" tIns="52956" lIns="52956" bIns="52956" rIns="52956"/>
              <a:lstStyle/>
              <a:p>
                <a:pPr algn="ctr">
                  <a:lnSpc>
                    <a:spcPts val="2660"/>
                  </a:lnSpc>
                </a:pPr>
              </a:p>
            </p:txBody>
          </p:sp>
        </p:grpSp>
      </p:grpSp>
      <p:grpSp>
        <p:nvGrpSpPr>
          <p:cNvPr name="Group 53" id="53"/>
          <p:cNvGrpSpPr/>
          <p:nvPr/>
        </p:nvGrpSpPr>
        <p:grpSpPr>
          <a:xfrm rot="0">
            <a:off x="-1957407" y="-931287"/>
            <a:ext cx="7442351" cy="7080653"/>
            <a:chOff x="0" y="0"/>
            <a:chExt cx="9923135" cy="9440871"/>
          </a:xfrm>
        </p:grpSpPr>
        <p:grpSp>
          <p:nvGrpSpPr>
            <p:cNvPr name="Group 54" id="54"/>
            <p:cNvGrpSpPr/>
            <p:nvPr/>
          </p:nvGrpSpPr>
          <p:grpSpPr>
            <a:xfrm rot="823880">
              <a:off x="1848353" y="1911678"/>
              <a:ext cx="4106879" cy="4289407"/>
              <a:chOff x="0" y="0"/>
              <a:chExt cx="571500" cy="596900"/>
            </a:xfrm>
          </p:grpSpPr>
          <p:sp>
            <p:nvSpPr>
              <p:cNvPr name="Freeform 55" id="55"/>
              <p:cNvSpPr/>
              <p:nvPr/>
            </p:nvSpPr>
            <p:spPr>
              <a:xfrm flipH="false" flipV="false" rot="0">
                <a:off x="0" y="0"/>
                <a:ext cx="571500" cy="596900"/>
              </a:xfrm>
              <a:custGeom>
                <a:avLst/>
                <a:gdLst/>
                <a:ahLst/>
                <a:cxnLst/>
                <a:rect r="r" b="b" t="t" l="l"/>
                <a:pathLst>
                  <a:path h="596900" w="571500">
                    <a:moveTo>
                      <a:pt x="571500" y="596900"/>
                    </a:moveTo>
                    <a:lnTo>
                      <a:pt x="0" y="596900"/>
                    </a:lnTo>
                    <a:lnTo>
                      <a:pt x="0" y="0"/>
                    </a:lnTo>
                    <a:lnTo>
                      <a:pt x="571500" y="596900"/>
                    </a:lnTo>
                    <a:close/>
                  </a:path>
                </a:pathLst>
              </a:custGeom>
              <a:solidFill>
                <a:srgbClr val="A5B4C7"/>
              </a:solidFill>
            </p:spPr>
          </p:sp>
          <p:sp>
            <p:nvSpPr>
              <p:cNvPr name="TextBox 56" id="56"/>
              <p:cNvSpPr txBox="true"/>
              <p:nvPr/>
            </p:nvSpPr>
            <p:spPr>
              <a:xfrm>
                <a:off x="0" y="260350"/>
                <a:ext cx="285750" cy="335280"/>
              </a:xfrm>
              <a:prstGeom prst="rect">
                <a:avLst/>
              </a:prstGeom>
            </p:spPr>
            <p:txBody>
              <a:bodyPr anchor="ctr" rtlCol="false" tIns="52956" lIns="52956" bIns="52956" rIns="52956"/>
              <a:lstStyle/>
              <a:p>
                <a:pPr algn="ctr">
                  <a:lnSpc>
                    <a:spcPts val="2660"/>
                  </a:lnSpc>
                </a:pPr>
              </a:p>
            </p:txBody>
          </p:sp>
        </p:grpSp>
        <p:grpSp>
          <p:nvGrpSpPr>
            <p:cNvPr name="Group 57" id="57"/>
            <p:cNvGrpSpPr/>
            <p:nvPr/>
          </p:nvGrpSpPr>
          <p:grpSpPr>
            <a:xfrm rot="0">
              <a:off x="1757089" y="0"/>
              <a:ext cx="4289407" cy="3753231"/>
              <a:chOff x="0" y="0"/>
              <a:chExt cx="812800" cy="711200"/>
            </a:xfrm>
          </p:grpSpPr>
          <p:sp>
            <p:nvSpPr>
              <p:cNvPr name="Freeform 58" id="58"/>
              <p:cNvSpPr/>
              <p:nvPr/>
            </p:nvSpPr>
            <p:spPr>
              <a:xfrm flipH="false" flipV="false" rot="0">
                <a:off x="0" y="0"/>
                <a:ext cx="812800" cy="711200"/>
              </a:xfrm>
              <a:custGeom>
                <a:avLst/>
                <a:gdLst/>
                <a:ahLst/>
                <a:cxnLst/>
                <a:rect r="r" b="b" t="t" l="l"/>
                <a:pathLst>
                  <a:path h="711200" w="812800">
                    <a:moveTo>
                      <a:pt x="406400" y="711200"/>
                    </a:moveTo>
                    <a:lnTo>
                      <a:pt x="812800" y="0"/>
                    </a:lnTo>
                    <a:lnTo>
                      <a:pt x="0" y="0"/>
                    </a:lnTo>
                    <a:lnTo>
                      <a:pt x="406400" y="711200"/>
                    </a:lnTo>
                    <a:close/>
                  </a:path>
                </a:pathLst>
              </a:custGeom>
              <a:solidFill>
                <a:srgbClr val="6B7A8C"/>
              </a:solidFill>
            </p:spPr>
          </p:sp>
          <p:sp>
            <p:nvSpPr>
              <p:cNvPr name="TextBox 59" id="59"/>
              <p:cNvSpPr txBox="true"/>
              <p:nvPr/>
            </p:nvSpPr>
            <p:spPr>
              <a:xfrm>
                <a:off x="127000" y="12700"/>
                <a:ext cx="558800" cy="368300"/>
              </a:xfrm>
              <a:prstGeom prst="rect">
                <a:avLst/>
              </a:prstGeom>
            </p:spPr>
            <p:txBody>
              <a:bodyPr anchor="ctr" rtlCol="false" tIns="52956" lIns="52956" bIns="52956" rIns="52956"/>
              <a:lstStyle/>
              <a:p>
                <a:pPr algn="ctr">
                  <a:lnSpc>
                    <a:spcPts val="2660"/>
                  </a:lnSpc>
                </a:pPr>
              </a:p>
            </p:txBody>
          </p:sp>
        </p:grpSp>
        <p:grpSp>
          <p:nvGrpSpPr>
            <p:cNvPr name="Group 60" id="60"/>
            <p:cNvGrpSpPr/>
            <p:nvPr/>
          </p:nvGrpSpPr>
          <p:grpSpPr>
            <a:xfrm rot="0">
              <a:off x="0" y="5687640"/>
              <a:ext cx="4289407" cy="3753231"/>
              <a:chOff x="0" y="0"/>
              <a:chExt cx="812800" cy="711200"/>
            </a:xfrm>
          </p:grpSpPr>
          <p:sp>
            <p:nvSpPr>
              <p:cNvPr name="Freeform 61" id="61"/>
              <p:cNvSpPr/>
              <p:nvPr/>
            </p:nvSpPr>
            <p:spPr>
              <a:xfrm flipH="false" flipV="false" rot="0">
                <a:off x="0" y="0"/>
                <a:ext cx="812800" cy="711200"/>
              </a:xfrm>
              <a:custGeom>
                <a:avLst/>
                <a:gdLst/>
                <a:ahLst/>
                <a:cxnLst/>
                <a:rect r="r" b="b" t="t" l="l"/>
                <a:pathLst>
                  <a:path h="711200" w="812800">
                    <a:moveTo>
                      <a:pt x="406400" y="711200"/>
                    </a:moveTo>
                    <a:lnTo>
                      <a:pt x="812800" y="0"/>
                    </a:lnTo>
                    <a:lnTo>
                      <a:pt x="0" y="0"/>
                    </a:lnTo>
                    <a:lnTo>
                      <a:pt x="406400" y="711200"/>
                    </a:lnTo>
                    <a:close/>
                  </a:path>
                </a:pathLst>
              </a:custGeom>
              <a:solidFill>
                <a:srgbClr val="3E526A"/>
              </a:solidFill>
            </p:spPr>
          </p:sp>
          <p:sp>
            <p:nvSpPr>
              <p:cNvPr name="TextBox 62" id="62"/>
              <p:cNvSpPr txBox="true"/>
              <p:nvPr/>
            </p:nvSpPr>
            <p:spPr>
              <a:xfrm>
                <a:off x="127000" y="12700"/>
                <a:ext cx="558800" cy="368300"/>
              </a:xfrm>
              <a:prstGeom prst="rect">
                <a:avLst/>
              </a:prstGeom>
            </p:spPr>
            <p:txBody>
              <a:bodyPr anchor="ctr" rtlCol="false" tIns="52956" lIns="52956" bIns="52956" rIns="52956"/>
              <a:lstStyle/>
              <a:p>
                <a:pPr algn="ctr">
                  <a:lnSpc>
                    <a:spcPts val="2660"/>
                  </a:lnSpc>
                </a:pPr>
              </a:p>
            </p:txBody>
          </p:sp>
        </p:grpSp>
        <p:grpSp>
          <p:nvGrpSpPr>
            <p:cNvPr name="Group 63" id="63"/>
            <p:cNvGrpSpPr/>
            <p:nvPr/>
          </p:nvGrpSpPr>
          <p:grpSpPr>
            <a:xfrm rot="0">
              <a:off x="3901792" y="827890"/>
              <a:ext cx="6021343" cy="1315321"/>
              <a:chOff x="0" y="0"/>
              <a:chExt cx="1140985" cy="249240"/>
            </a:xfrm>
          </p:grpSpPr>
          <p:sp>
            <p:nvSpPr>
              <p:cNvPr name="Freeform 64" id="64"/>
              <p:cNvSpPr/>
              <p:nvPr/>
            </p:nvSpPr>
            <p:spPr>
              <a:xfrm flipH="false" flipV="false" rot="0">
                <a:off x="0" y="0"/>
                <a:ext cx="1140985" cy="249240"/>
              </a:xfrm>
              <a:custGeom>
                <a:avLst/>
                <a:gdLst/>
                <a:ahLst/>
                <a:cxnLst/>
                <a:rect r="r" b="b" t="t" l="l"/>
                <a:pathLst>
                  <a:path h="249240" w="1140985">
                    <a:moveTo>
                      <a:pt x="203200" y="0"/>
                    </a:moveTo>
                    <a:lnTo>
                      <a:pt x="1140985" y="0"/>
                    </a:lnTo>
                    <a:lnTo>
                      <a:pt x="937785" y="249240"/>
                    </a:lnTo>
                    <a:lnTo>
                      <a:pt x="0" y="249240"/>
                    </a:lnTo>
                    <a:lnTo>
                      <a:pt x="203200" y="0"/>
                    </a:lnTo>
                    <a:close/>
                  </a:path>
                </a:pathLst>
              </a:custGeom>
              <a:solidFill>
                <a:srgbClr val="88A5C4"/>
              </a:solidFill>
            </p:spPr>
          </p:sp>
          <p:sp>
            <p:nvSpPr>
              <p:cNvPr name="TextBox 65" id="65"/>
              <p:cNvSpPr txBox="true"/>
              <p:nvPr/>
            </p:nvSpPr>
            <p:spPr>
              <a:xfrm>
                <a:off x="101600" y="-38100"/>
                <a:ext cx="937785" cy="287340"/>
              </a:xfrm>
              <a:prstGeom prst="rect">
                <a:avLst/>
              </a:prstGeom>
            </p:spPr>
            <p:txBody>
              <a:bodyPr anchor="ctr" rtlCol="false" tIns="52956" lIns="52956" bIns="52956" rIns="52956"/>
              <a:lstStyle/>
              <a:p>
                <a:pPr algn="ctr">
                  <a:lnSpc>
                    <a:spcPts val="2660"/>
                  </a:lnSpc>
                </a:pPr>
              </a:p>
            </p:txBody>
          </p:sp>
        </p:grpSp>
        <p:grpSp>
          <p:nvGrpSpPr>
            <p:cNvPr name="Group 66" id="66"/>
            <p:cNvGrpSpPr/>
            <p:nvPr/>
          </p:nvGrpSpPr>
          <p:grpSpPr>
            <a:xfrm rot="1936975">
              <a:off x="4494533" y="3384148"/>
              <a:ext cx="1017341" cy="1062556"/>
              <a:chOff x="0" y="0"/>
              <a:chExt cx="571500" cy="596900"/>
            </a:xfrm>
          </p:grpSpPr>
          <p:sp>
            <p:nvSpPr>
              <p:cNvPr name="Freeform 67" id="67"/>
              <p:cNvSpPr/>
              <p:nvPr/>
            </p:nvSpPr>
            <p:spPr>
              <a:xfrm flipH="false" flipV="false" rot="0">
                <a:off x="0" y="0"/>
                <a:ext cx="571500" cy="596900"/>
              </a:xfrm>
              <a:custGeom>
                <a:avLst/>
                <a:gdLst/>
                <a:ahLst/>
                <a:cxnLst/>
                <a:rect r="r" b="b" t="t" l="l"/>
                <a:pathLst>
                  <a:path h="596900" w="571500">
                    <a:moveTo>
                      <a:pt x="571500" y="596900"/>
                    </a:moveTo>
                    <a:lnTo>
                      <a:pt x="0" y="596900"/>
                    </a:lnTo>
                    <a:lnTo>
                      <a:pt x="0" y="0"/>
                    </a:lnTo>
                    <a:lnTo>
                      <a:pt x="571500" y="596900"/>
                    </a:lnTo>
                    <a:close/>
                  </a:path>
                </a:pathLst>
              </a:custGeom>
              <a:solidFill>
                <a:srgbClr val="88A5C4"/>
              </a:solidFill>
            </p:spPr>
          </p:sp>
          <p:sp>
            <p:nvSpPr>
              <p:cNvPr name="TextBox 68" id="68"/>
              <p:cNvSpPr txBox="true"/>
              <p:nvPr/>
            </p:nvSpPr>
            <p:spPr>
              <a:xfrm>
                <a:off x="0" y="260350"/>
                <a:ext cx="285750" cy="335280"/>
              </a:xfrm>
              <a:prstGeom prst="rect">
                <a:avLst/>
              </a:prstGeom>
            </p:spPr>
            <p:txBody>
              <a:bodyPr anchor="ctr" rtlCol="false" tIns="52956" lIns="52956" bIns="52956" rIns="52956"/>
              <a:lstStyle/>
              <a:p>
                <a:pPr algn="ctr">
                  <a:lnSpc>
                    <a:spcPts val="2660"/>
                  </a:lnSpc>
                </a:pPr>
              </a:p>
            </p:txBody>
          </p:sp>
        </p:grpSp>
        <p:grpSp>
          <p:nvGrpSpPr>
            <p:cNvPr name="Group 69" id="69"/>
            <p:cNvGrpSpPr/>
            <p:nvPr/>
          </p:nvGrpSpPr>
          <p:grpSpPr>
            <a:xfrm rot="-4293312">
              <a:off x="8368065" y="2224585"/>
              <a:ext cx="693615" cy="724442"/>
              <a:chOff x="0" y="0"/>
              <a:chExt cx="571500" cy="596900"/>
            </a:xfrm>
          </p:grpSpPr>
          <p:sp>
            <p:nvSpPr>
              <p:cNvPr name="Freeform 70" id="70"/>
              <p:cNvSpPr/>
              <p:nvPr/>
            </p:nvSpPr>
            <p:spPr>
              <a:xfrm flipH="false" flipV="false" rot="0">
                <a:off x="0" y="0"/>
                <a:ext cx="571500" cy="596900"/>
              </a:xfrm>
              <a:custGeom>
                <a:avLst/>
                <a:gdLst/>
                <a:ahLst/>
                <a:cxnLst/>
                <a:rect r="r" b="b" t="t" l="l"/>
                <a:pathLst>
                  <a:path h="596900" w="571500">
                    <a:moveTo>
                      <a:pt x="571500" y="596900"/>
                    </a:moveTo>
                    <a:lnTo>
                      <a:pt x="0" y="596900"/>
                    </a:lnTo>
                    <a:lnTo>
                      <a:pt x="0" y="0"/>
                    </a:lnTo>
                    <a:lnTo>
                      <a:pt x="571500" y="596900"/>
                    </a:lnTo>
                    <a:close/>
                  </a:path>
                </a:pathLst>
              </a:custGeom>
              <a:solidFill>
                <a:srgbClr val="6B7A8C"/>
              </a:solidFill>
            </p:spPr>
          </p:sp>
          <p:sp>
            <p:nvSpPr>
              <p:cNvPr name="TextBox 71" id="71"/>
              <p:cNvSpPr txBox="true"/>
              <p:nvPr/>
            </p:nvSpPr>
            <p:spPr>
              <a:xfrm>
                <a:off x="0" y="260350"/>
                <a:ext cx="285750" cy="335280"/>
              </a:xfrm>
              <a:prstGeom prst="rect">
                <a:avLst/>
              </a:prstGeom>
            </p:spPr>
            <p:txBody>
              <a:bodyPr anchor="ctr" rtlCol="false" tIns="52956" lIns="52956" bIns="52956" rIns="52956"/>
              <a:lstStyle/>
              <a:p>
                <a:pPr algn="ctr">
                  <a:lnSpc>
                    <a:spcPts val="2660"/>
                  </a:lnSpc>
                </a:pPr>
              </a:p>
            </p:txBody>
          </p:sp>
        </p:grpSp>
      </p:grpSp>
      <p:sp>
        <p:nvSpPr>
          <p:cNvPr name="TextBox 72" id="72"/>
          <p:cNvSpPr txBox="true"/>
          <p:nvPr/>
        </p:nvSpPr>
        <p:spPr>
          <a:xfrm rot="0">
            <a:off x="3908193" y="3525751"/>
            <a:ext cx="10847397" cy="165027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3514"/>
              </a:lnSpc>
            </a:pPr>
            <a:r>
              <a:rPr lang="en-US" b="true" sz="9653">
                <a:solidFill>
                  <a:srgbClr val="3E526A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RETINASENSE - AI</a:t>
            </a:r>
          </a:p>
        </p:txBody>
      </p:sp>
      <p:sp>
        <p:nvSpPr>
          <p:cNvPr name="TextBox 73" id="73"/>
          <p:cNvSpPr txBox="true"/>
          <p:nvPr/>
        </p:nvSpPr>
        <p:spPr>
          <a:xfrm rot="0">
            <a:off x="3908193" y="5406067"/>
            <a:ext cx="10847397" cy="5873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899"/>
              </a:lnSpc>
            </a:pPr>
            <a:r>
              <a:rPr lang="en-US" b="true" sz="3499" u="sng">
                <a:solidFill>
                  <a:srgbClr val="6B7A8C"/>
                </a:solidFill>
                <a:latin typeface="Canva Sans Medium"/>
                <a:ea typeface="Canva Sans Medium"/>
                <a:cs typeface="Canva Sans Medium"/>
                <a:sym typeface="Canva Sans Medium"/>
              </a:rPr>
              <a:t>Intelligent Diabetic Retinopathy Detection System</a:t>
            </a:r>
          </a:p>
        </p:txBody>
      </p:sp>
      <p:sp>
        <p:nvSpPr>
          <p:cNvPr name="TextBox 74" id="74"/>
          <p:cNvSpPr txBox="true"/>
          <p:nvPr/>
        </p:nvSpPr>
        <p:spPr>
          <a:xfrm rot="0">
            <a:off x="6209863" y="6964992"/>
            <a:ext cx="6244057" cy="5143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200"/>
              </a:lnSpc>
            </a:pPr>
            <a:r>
              <a:rPr lang="en-US" sz="3000" b="true">
                <a:solidFill>
                  <a:srgbClr val="6B7A8C"/>
                </a:solidFill>
                <a:latin typeface="Canva Sans Medium"/>
                <a:ea typeface="Canva Sans Medium"/>
                <a:cs typeface="Canva Sans Medium"/>
                <a:sym typeface="Canva Sans Medium"/>
              </a:rPr>
              <a:t>MCA</a:t>
            </a:r>
            <a:r>
              <a:rPr lang="en-US" b="true" sz="3000">
                <a:solidFill>
                  <a:srgbClr val="6B7A8C"/>
                </a:solidFill>
                <a:latin typeface="Canva Sans Medium"/>
                <a:ea typeface="Canva Sans Medium"/>
                <a:cs typeface="Canva Sans Medium"/>
                <a:sym typeface="Canva Sans Medium"/>
              </a:rPr>
              <a:t> Capstone Project : 2026–27</a:t>
            </a:r>
          </a:p>
        </p:txBody>
      </p:sp>
      <p:sp>
        <p:nvSpPr>
          <p:cNvPr name="TextBox 75" id="75"/>
          <p:cNvSpPr txBox="true"/>
          <p:nvPr/>
        </p:nvSpPr>
        <p:spPr>
          <a:xfrm rot="0">
            <a:off x="5763621" y="6222042"/>
            <a:ext cx="7136541" cy="5143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200"/>
              </a:lnSpc>
            </a:pPr>
            <a:r>
              <a:rPr lang="en-US" sz="3000" b="true">
                <a:solidFill>
                  <a:srgbClr val="6B7A8C"/>
                </a:solidFill>
                <a:latin typeface="Canva Sans Medium"/>
                <a:ea typeface="Canva Sans Medium"/>
                <a:cs typeface="Canva Sans Medium"/>
                <a:sym typeface="Canva Sans Medium"/>
              </a:rPr>
              <a:t>Department of</a:t>
            </a:r>
            <a:r>
              <a:rPr lang="en-US" b="true" sz="3000">
                <a:solidFill>
                  <a:srgbClr val="6B7A8C"/>
                </a:solidFill>
                <a:latin typeface="Canva Sans Medium"/>
                <a:ea typeface="Canva Sans Medium"/>
                <a:cs typeface="Canva Sans Medium"/>
                <a:sym typeface="Canva Sans Medium"/>
              </a:rPr>
              <a:t> Computer Applications</a:t>
            </a:r>
          </a:p>
        </p:txBody>
      </p:sp>
      <p:sp>
        <p:nvSpPr>
          <p:cNvPr name="TextBox 76" id="76"/>
          <p:cNvSpPr txBox="true"/>
          <p:nvPr/>
        </p:nvSpPr>
        <p:spPr>
          <a:xfrm rot="0">
            <a:off x="14232883" y="971550"/>
            <a:ext cx="3026417" cy="4318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500"/>
              </a:lnSpc>
            </a:pPr>
            <a:r>
              <a:rPr lang="en-US" sz="2500" b="true">
                <a:solidFill>
                  <a:srgbClr val="6B7A8C"/>
                </a:solidFill>
                <a:latin typeface="Canva Sans Medium"/>
                <a:ea typeface="Canva Sans Medium"/>
                <a:cs typeface="Canva Sans Medium"/>
                <a:sym typeface="Canva Sans Medium"/>
              </a:rPr>
              <a:t>GLS</a:t>
            </a:r>
            <a:r>
              <a:rPr lang="en-US" b="true" sz="2500">
                <a:solidFill>
                  <a:srgbClr val="6B7A8C"/>
                </a:solidFill>
                <a:latin typeface="Canva Sans Medium"/>
                <a:ea typeface="Canva Sans Medium"/>
                <a:cs typeface="Canva Sans Medium"/>
                <a:sym typeface="Canva Sans Medium"/>
              </a:rPr>
              <a:t> University</a:t>
            </a:r>
          </a:p>
        </p:txBody>
      </p:sp>
      <p:sp>
        <p:nvSpPr>
          <p:cNvPr name="TextBox 77" id="77"/>
          <p:cNvSpPr txBox="true"/>
          <p:nvPr/>
        </p:nvSpPr>
        <p:spPr>
          <a:xfrm rot="0">
            <a:off x="6111495" y="7707942"/>
            <a:ext cx="6440793" cy="5143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200"/>
              </a:lnSpc>
            </a:pPr>
            <a:r>
              <a:rPr lang="en-US" sz="3000">
                <a:solidFill>
                  <a:srgbClr val="6B7A8C"/>
                </a:solidFill>
                <a:latin typeface="Canva Sans"/>
                <a:ea typeface="Canva Sans"/>
                <a:cs typeface="Canva Sans"/>
                <a:sym typeface="Canva Sans"/>
              </a:rPr>
              <a:t>Guided by</a:t>
            </a:r>
            <a:r>
              <a:rPr lang="en-US" sz="3000">
                <a:solidFill>
                  <a:srgbClr val="6B7A8C"/>
                </a:solidFill>
                <a:latin typeface="Canva Sans"/>
                <a:ea typeface="Canva Sans"/>
                <a:cs typeface="Canva Sans"/>
                <a:sym typeface="Canva Sans"/>
              </a:rPr>
              <a:t> : DR. PRERNA AGRAWAL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gradFill rotWithShape="true">
          <a:gsLst>
            <a:gs pos="0">
              <a:srgbClr val="FBFBFB">
                <a:alpha val="100000"/>
              </a:srgbClr>
            </a:gs>
            <a:gs pos="33333">
              <a:srgbClr val="F1F1F1">
                <a:alpha val="66500"/>
              </a:srgbClr>
            </a:gs>
            <a:gs pos="66667">
              <a:srgbClr val="E9E9E9">
                <a:alpha val="67000"/>
              </a:srgbClr>
            </a:gs>
            <a:gs pos="100000">
              <a:srgbClr val="E0E1E3">
                <a:alpha val="25000"/>
              </a:srgbClr>
            </a:gs>
          </a:gsLst>
          <a:lin ang="540000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-1039392">
            <a:off x="-5599131" y="-3928144"/>
            <a:ext cx="29486263" cy="18143288"/>
            <a:chOff x="0" y="0"/>
            <a:chExt cx="39315017" cy="24191051"/>
          </a:xfrm>
        </p:grpSpPr>
        <p:sp>
          <p:nvSpPr>
            <p:cNvPr name="Freeform 3" id="3"/>
            <p:cNvSpPr/>
            <p:nvPr/>
          </p:nvSpPr>
          <p:spPr>
            <a:xfrm flipH="false" flipV="true" rot="0">
              <a:off x="10693806" y="890869"/>
              <a:ext cx="13700313" cy="12738888"/>
            </a:xfrm>
            <a:custGeom>
              <a:avLst/>
              <a:gdLst/>
              <a:ahLst/>
              <a:cxnLst/>
              <a:rect r="r" b="b" t="t" l="l"/>
              <a:pathLst>
                <a:path h="12738888" w="13700313">
                  <a:moveTo>
                    <a:pt x="0" y="12738888"/>
                  </a:moveTo>
                  <a:lnTo>
                    <a:pt x="13700313" y="12738888"/>
                  </a:lnTo>
                  <a:lnTo>
                    <a:pt x="13700313" y="0"/>
                  </a:lnTo>
                  <a:lnTo>
                    <a:pt x="0" y="0"/>
                  </a:lnTo>
                  <a:lnTo>
                    <a:pt x="0" y="12738888"/>
                  </a:lnTo>
                  <a:close/>
                </a:path>
              </a:pathLst>
            </a:custGeom>
            <a:blipFill>
              <a:blip r:embed="rId2">
                <a:alphaModFix amt="10999"/>
              </a:blip>
              <a:stretch>
                <a:fillRect l="0" t="0" r="0" b="0"/>
              </a:stretch>
            </a:blipFill>
          </p:spPr>
        </p:sp>
        <p:sp>
          <p:nvSpPr>
            <p:cNvPr name="Freeform 4" id="4"/>
            <p:cNvSpPr/>
            <p:nvPr/>
          </p:nvSpPr>
          <p:spPr>
            <a:xfrm flipH="false" flipV="true" rot="0">
              <a:off x="21387611" y="0"/>
              <a:ext cx="13700313" cy="12738888"/>
            </a:xfrm>
            <a:custGeom>
              <a:avLst/>
              <a:gdLst/>
              <a:ahLst/>
              <a:cxnLst/>
              <a:rect r="r" b="b" t="t" l="l"/>
              <a:pathLst>
                <a:path h="12738888" w="13700313">
                  <a:moveTo>
                    <a:pt x="0" y="12738888"/>
                  </a:moveTo>
                  <a:lnTo>
                    <a:pt x="13700314" y="12738888"/>
                  </a:lnTo>
                  <a:lnTo>
                    <a:pt x="13700314" y="0"/>
                  </a:lnTo>
                  <a:lnTo>
                    <a:pt x="0" y="0"/>
                  </a:lnTo>
                  <a:lnTo>
                    <a:pt x="0" y="12738888"/>
                  </a:lnTo>
                  <a:close/>
                </a:path>
              </a:pathLst>
            </a:custGeom>
            <a:blipFill>
              <a:blip r:embed="rId2">
                <a:alphaModFix amt="10999"/>
              </a:blip>
              <a:stretch>
                <a:fillRect l="0" t="0" r="0" b="0"/>
              </a:stretch>
            </a:blipFill>
          </p:spPr>
        </p:sp>
        <p:sp>
          <p:nvSpPr>
            <p:cNvPr name="Freeform 5" id="5"/>
            <p:cNvSpPr/>
            <p:nvPr/>
          </p:nvSpPr>
          <p:spPr>
            <a:xfrm flipH="true" flipV="false" rot="0">
              <a:off x="25614703" y="9670425"/>
              <a:ext cx="13700313" cy="12738888"/>
            </a:xfrm>
            <a:custGeom>
              <a:avLst/>
              <a:gdLst/>
              <a:ahLst/>
              <a:cxnLst/>
              <a:rect r="r" b="b" t="t" l="l"/>
              <a:pathLst>
                <a:path h="12738888" w="13700313">
                  <a:moveTo>
                    <a:pt x="13700314" y="0"/>
                  </a:moveTo>
                  <a:lnTo>
                    <a:pt x="0" y="0"/>
                  </a:lnTo>
                  <a:lnTo>
                    <a:pt x="0" y="12738888"/>
                  </a:lnTo>
                  <a:lnTo>
                    <a:pt x="13700314" y="12738888"/>
                  </a:lnTo>
                  <a:lnTo>
                    <a:pt x="13700314" y="0"/>
                  </a:lnTo>
                  <a:close/>
                </a:path>
              </a:pathLst>
            </a:custGeom>
            <a:blipFill>
              <a:blip r:embed="rId2">
                <a:alphaModFix amt="10999"/>
              </a:blip>
              <a:stretch>
                <a:fillRect l="0" t="0" r="0" b="0"/>
              </a:stretch>
            </a:blipFill>
          </p:spPr>
        </p:sp>
        <p:sp>
          <p:nvSpPr>
            <p:cNvPr name="Freeform 6" id="6"/>
            <p:cNvSpPr/>
            <p:nvPr/>
          </p:nvSpPr>
          <p:spPr>
            <a:xfrm flipH="true" flipV="false" rot="0">
              <a:off x="14920898" y="10561294"/>
              <a:ext cx="13700313" cy="12738888"/>
            </a:xfrm>
            <a:custGeom>
              <a:avLst/>
              <a:gdLst/>
              <a:ahLst/>
              <a:cxnLst/>
              <a:rect r="r" b="b" t="t" l="l"/>
              <a:pathLst>
                <a:path h="12738888" w="13700313">
                  <a:moveTo>
                    <a:pt x="13700313" y="0"/>
                  </a:moveTo>
                  <a:lnTo>
                    <a:pt x="0" y="0"/>
                  </a:lnTo>
                  <a:lnTo>
                    <a:pt x="0" y="12738888"/>
                  </a:lnTo>
                  <a:lnTo>
                    <a:pt x="13700313" y="12738888"/>
                  </a:lnTo>
                  <a:lnTo>
                    <a:pt x="13700313" y="0"/>
                  </a:lnTo>
                  <a:close/>
                </a:path>
              </a:pathLst>
            </a:custGeom>
            <a:blipFill>
              <a:blip r:embed="rId2">
                <a:alphaModFix amt="10999"/>
              </a:blip>
              <a:stretch>
                <a:fillRect l="0" t="0" r="0" b="0"/>
              </a:stretch>
            </a:blipFill>
          </p:spPr>
        </p:sp>
        <p:sp>
          <p:nvSpPr>
            <p:cNvPr name="Freeform 7" id="7"/>
            <p:cNvSpPr/>
            <p:nvPr/>
          </p:nvSpPr>
          <p:spPr>
            <a:xfrm flipH="false" flipV="true" rot="0">
              <a:off x="0" y="1781739"/>
              <a:ext cx="13700313" cy="12738888"/>
            </a:xfrm>
            <a:custGeom>
              <a:avLst/>
              <a:gdLst/>
              <a:ahLst/>
              <a:cxnLst/>
              <a:rect r="r" b="b" t="t" l="l"/>
              <a:pathLst>
                <a:path h="12738888" w="13700313">
                  <a:moveTo>
                    <a:pt x="0" y="12738888"/>
                  </a:moveTo>
                  <a:lnTo>
                    <a:pt x="13700313" y="12738888"/>
                  </a:lnTo>
                  <a:lnTo>
                    <a:pt x="13700313" y="0"/>
                  </a:lnTo>
                  <a:lnTo>
                    <a:pt x="0" y="0"/>
                  </a:lnTo>
                  <a:lnTo>
                    <a:pt x="0" y="12738888"/>
                  </a:lnTo>
                  <a:close/>
                </a:path>
              </a:pathLst>
            </a:custGeom>
            <a:blipFill>
              <a:blip r:embed="rId2">
                <a:alphaModFix amt="10999"/>
              </a:blip>
              <a:stretch>
                <a:fillRect l="0" t="0" r="0" b="0"/>
              </a:stretch>
            </a:blipFill>
          </p:spPr>
        </p:sp>
        <p:sp>
          <p:nvSpPr>
            <p:cNvPr name="Freeform 8" id="8"/>
            <p:cNvSpPr/>
            <p:nvPr/>
          </p:nvSpPr>
          <p:spPr>
            <a:xfrm flipH="true" flipV="false" rot="0">
              <a:off x="4227092" y="11452163"/>
              <a:ext cx="13700313" cy="12738888"/>
            </a:xfrm>
            <a:custGeom>
              <a:avLst/>
              <a:gdLst/>
              <a:ahLst/>
              <a:cxnLst/>
              <a:rect r="r" b="b" t="t" l="l"/>
              <a:pathLst>
                <a:path h="12738888" w="13700313">
                  <a:moveTo>
                    <a:pt x="13700313" y="0"/>
                  </a:moveTo>
                  <a:lnTo>
                    <a:pt x="0" y="0"/>
                  </a:lnTo>
                  <a:lnTo>
                    <a:pt x="0" y="12738888"/>
                  </a:lnTo>
                  <a:lnTo>
                    <a:pt x="13700313" y="12738888"/>
                  </a:lnTo>
                  <a:lnTo>
                    <a:pt x="13700313" y="0"/>
                  </a:lnTo>
                  <a:close/>
                </a:path>
              </a:pathLst>
            </a:custGeom>
            <a:blipFill>
              <a:blip r:embed="rId2">
                <a:alphaModFix amt="10999"/>
              </a:blip>
              <a:stretch>
                <a:fillRect l="0" t="0" r="0" b="0"/>
              </a:stretch>
            </a:blipFill>
          </p:spPr>
        </p:sp>
      </p:grpSp>
      <p:grpSp>
        <p:nvGrpSpPr>
          <p:cNvPr name="Group 9" id="9"/>
          <p:cNvGrpSpPr/>
          <p:nvPr/>
        </p:nvGrpSpPr>
        <p:grpSpPr>
          <a:xfrm rot="0">
            <a:off x="328767" y="360263"/>
            <a:ext cx="17630466" cy="9566473"/>
            <a:chOff x="0" y="0"/>
            <a:chExt cx="23507288" cy="12755298"/>
          </a:xfrm>
        </p:grpSpPr>
        <p:grpSp>
          <p:nvGrpSpPr>
            <p:cNvPr name="Group 10" id="10"/>
            <p:cNvGrpSpPr/>
            <p:nvPr/>
          </p:nvGrpSpPr>
          <p:grpSpPr>
            <a:xfrm rot="0">
              <a:off x="0" y="7832412"/>
              <a:ext cx="63500" cy="4922886"/>
              <a:chOff x="0" y="0"/>
              <a:chExt cx="12543" cy="972422"/>
            </a:xfrm>
          </p:grpSpPr>
          <p:sp>
            <p:nvSpPr>
              <p:cNvPr name="Freeform 11" id="11"/>
              <p:cNvSpPr/>
              <p:nvPr/>
            </p:nvSpPr>
            <p:spPr>
              <a:xfrm flipH="false" flipV="false" rot="0">
                <a:off x="0" y="0"/>
                <a:ext cx="12543" cy="972422"/>
              </a:xfrm>
              <a:custGeom>
                <a:avLst/>
                <a:gdLst/>
                <a:ahLst/>
                <a:cxnLst/>
                <a:rect r="r" b="b" t="t" l="l"/>
                <a:pathLst>
                  <a:path h="972422" w="12543">
                    <a:moveTo>
                      <a:pt x="0" y="0"/>
                    </a:moveTo>
                    <a:lnTo>
                      <a:pt x="12543" y="0"/>
                    </a:lnTo>
                    <a:lnTo>
                      <a:pt x="12543" y="972422"/>
                    </a:lnTo>
                    <a:lnTo>
                      <a:pt x="0" y="972422"/>
                    </a:lnTo>
                    <a:close/>
                  </a:path>
                </a:pathLst>
              </a:custGeom>
              <a:solidFill>
                <a:srgbClr val="17415F"/>
              </a:solidFill>
            </p:spPr>
          </p:sp>
          <p:sp>
            <p:nvSpPr>
              <p:cNvPr name="TextBox 12" id="12"/>
              <p:cNvSpPr txBox="true"/>
              <p:nvPr/>
            </p:nvSpPr>
            <p:spPr>
              <a:xfrm>
                <a:off x="0" y="-38100"/>
                <a:ext cx="12543" cy="1010522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grpSp>
          <p:nvGrpSpPr>
            <p:cNvPr name="Group 13" id="13"/>
            <p:cNvGrpSpPr/>
            <p:nvPr/>
          </p:nvGrpSpPr>
          <p:grpSpPr>
            <a:xfrm rot="-5400000">
              <a:off x="6920832" y="5834466"/>
              <a:ext cx="63500" cy="13778164"/>
              <a:chOff x="0" y="0"/>
              <a:chExt cx="12543" cy="2721613"/>
            </a:xfrm>
          </p:grpSpPr>
          <p:sp>
            <p:nvSpPr>
              <p:cNvPr name="Freeform 14" id="14"/>
              <p:cNvSpPr/>
              <p:nvPr/>
            </p:nvSpPr>
            <p:spPr>
              <a:xfrm flipH="false" flipV="false" rot="0">
                <a:off x="0" y="0"/>
                <a:ext cx="12543" cy="2721613"/>
              </a:xfrm>
              <a:custGeom>
                <a:avLst/>
                <a:gdLst/>
                <a:ahLst/>
                <a:cxnLst/>
                <a:rect r="r" b="b" t="t" l="l"/>
                <a:pathLst>
                  <a:path h="2721613" w="12543">
                    <a:moveTo>
                      <a:pt x="0" y="0"/>
                    </a:moveTo>
                    <a:lnTo>
                      <a:pt x="12543" y="0"/>
                    </a:lnTo>
                    <a:lnTo>
                      <a:pt x="12543" y="2721613"/>
                    </a:lnTo>
                    <a:lnTo>
                      <a:pt x="0" y="2721613"/>
                    </a:lnTo>
                    <a:close/>
                  </a:path>
                </a:pathLst>
              </a:custGeom>
              <a:solidFill>
                <a:srgbClr val="17415F"/>
              </a:solidFill>
            </p:spPr>
          </p:sp>
          <p:sp>
            <p:nvSpPr>
              <p:cNvPr name="TextBox 15" id="15"/>
              <p:cNvSpPr txBox="true"/>
              <p:nvPr/>
            </p:nvSpPr>
            <p:spPr>
              <a:xfrm>
                <a:off x="0" y="-38100"/>
                <a:ext cx="12543" cy="2759713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grpSp>
          <p:nvGrpSpPr>
            <p:cNvPr name="Group 16" id="16"/>
            <p:cNvGrpSpPr/>
            <p:nvPr/>
          </p:nvGrpSpPr>
          <p:grpSpPr>
            <a:xfrm rot="-10800000">
              <a:off x="23443788" y="0"/>
              <a:ext cx="63500" cy="4922886"/>
              <a:chOff x="0" y="0"/>
              <a:chExt cx="12543" cy="972422"/>
            </a:xfrm>
          </p:grpSpPr>
          <p:sp>
            <p:nvSpPr>
              <p:cNvPr name="Freeform 17" id="17"/>
              <p:cNvSpPr/>
              <p:nvPr/>
            </p:nvSpPr>
            <p:spPr>
              <a:xfrm flipH="false" flipV="false" rot="0">
                <a:off x="0" y="0"/>
                <a:ext cx="12543" cy="972422"/>
              </a:xfrm>
              <a:custGeom>
                <a:avLst/>
                <a:gdLst/>
                <a:ahLst/>
                <a:cxnLst/>
                <a:rect r="r" b="b" t="t" l="l"/>
                <a:pathLst>
                  <a:path h="972422" w="12543">
                    <a:moveTo>
                      <a:pt x="0" y="0"/>
                    </a:moveTo>
                    <a:lnTo>
                      <a:pt x="12543" y="0"/>
                    </a:lnTo>
                    <a:lnTo>
                      <a:pt x="12543" y="972422"/>
                    </a:lnTo>
                    <a:lnTo>
                      <a:pt x="0" y="972422"/>
                    </a:lnTo>
                    <a:close/>
                  </a:path>
                </a:pathLst>
              </a:custGeom>
              <a:solidFill>
                <a:srgbClr val="17415F"/>
              </a:solidFill>
            </p:spPr>
          </p:sp>
          <p:sp>
            <p:nvSpPr>
              <p:cNvPr name="TextBox 18" id="18"/>
              <p:cNvSpPr txBox="true"/>
              <p:nvPr/>
            </p:nvSpPr>
            <p:spPr>
              <a:xfrm>
                <a:off x="0" y="-38100"/>
                <a:ext cx="12543" cy="1010522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grpSp>
          <p:nvGrpSpPr>
            <p:cNvPr name="Group 19" id="19"/>
            <p:cNvGrpSpPr/>
            <p:nvPr/>
          </p:nvGrpSpPr>
          <p:grpSpPr>
            <a:xfrm rot="5400000">
              <a:off x="16522956" y="-6857332"/>
              <a:ext cx="63500" cy="13778164"/>
              <a:chOff x="0" y="0"/>
              <a:chExt cx="12543" cy="2721613"/>
            </a:xfrm>
          </p:grpSpPr>
          <p:sp>
            <p:nvSpPr>
              <p:cNvPr name="Freeform 20" id="20"/>
              <p:cNvSpPr/>
              <p:nvPr/>
            </p:nvSpPr>
            <p:spPr>
              <a:xfrm flipH="false" flipV="false" rot="0">
                <a:off x="0" y="0"/>
                <a:ext cx="12543" cy="2721613"/>
              </a:xfrm>
              <a:custGeom>
                <a:avLst/>
                <a:gdLst/>
                <a:ahLst/>
                <a:cxnLst/>
                <a:rect r="r" b="b" t="t" l="l"/>
                <a:pathLst>
                  <a:path h="2721613" w="12543">
                    <a:moveTo>
                      <a:pt x="0" y="0"/>
                    </a:moveTo>
                    <a:lnTo>
                      <a:pt x="12543" y="0"/>
                    </a:lnTo>
                    <a:lnTo>
                      <a:pt x="12543" y="2721613"/>
                    </a:lnTo>
                    <a:lnTo>
                      <a:pt x="0" y="2721613"/>
                    </a:lnTo>
                    <a:close/>
                  </a:path>
                </a:pathLst>
              </a:custGeom>
              <a:solidFill>
                <a:srgbClr val="17415F"/>
              </a:solidFill>
            </p:spPr>
          </p:sp>
          <p:sp>
            <p:nvSpPr>
              <p:cNvPr name="TextBox 21" id="21"/>
              <p:cNvSpPr txBox="true"/>
              <p:nvPr/>
            </p:nvSpPr>
            <p:spPr>
              <a:xfrm>
                <a:off x="0" y="-38100"/>
                <a:ext cx="12543" cy="2759713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grpSp>
          <p:nvGrpSpPr>
            <p:cNvPr name="Group 22" id="22"/>
            <p:cNvGrpSpPr/>
            <p:nvPr/>
          </p:nvGrpSpPr>
          <p:grpSpPr>
            <a:xfrm rot="-10800000">
              <a:off x="22957231" y="413305"/>
              <a:ext cx="63500" cy="1669468"/>
              <a:chOff x="0" y="0"/>
              <a:chExt cx="12543" cy="329771"/>
            </a:xfrm>
          </p:grpSpPr>
          <p:sp>
            <p:nvSpPr>
              <p:cNvPr name="Freeform 23" id="23"/>
              <p:cNvSpPr/>
              <p:nvPr/>
            </p:nvSpPr>
            <p:spPr>
              <a:xfrm flipH="false" flipV="false" rot="0">
                <a:off x="0" y="0"/>
                <a:ext cx="12543" cy="329771"/>
              </a:xfrm>
              <a:custGeom>
                <a:avLst/>
                <a:gdLst/>
                <a:ahLst/>
                <a:cxnLst/>
                <a:rect r="r" b="b" t="t" l="l"/>
                <a:pathLst>
                  <a:path h="329771" w="12543">
                    <a:moveTo>
                      <a:pt x="0" y="0"/>
                    </a:moveTo>
                    <a:lnTo>
                      <a:pt x="12543" y="0"/>
                    </a:lnTo>
                    <a:lnTo>
                      <a:pt x="12543" y="329771"/>
                    </a:lnTo>
                    <a:lnTo>
                      <a:pt x="0" y="329771"/>
                    </a:lnTo>
                    <a:close/>
                  </a:path>
                </a:pathLst>
              </a:custGeom>
              <a:solidFill>
                <a:srgbClr val="17415F"/>
              </a:solidFill>
            </p:spPr>
          </p:sp>
          <p:sp>
            <p:nvSpPr>
              <p:cNvPr name="TextBox 24" id="24"/>
              <p:cNvSpPr txBox="true"/>
              <p:nvPr/>
            </p:nvSpPr>
            <p:spPr>
              <a:xfrm>
                <a:off x="0" y="-38100"/>
                <a:ext cx="12543" cy="367871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grpSp>
          <p:nvGrpSpPr>
            <p:cNvPr name="Group 25" id="25"/>
            <p:cNvGrpSpPr/>
            <p:nvPr/>
          </p:nvGrpSpPr>
          <p:grpSpPr>
            <a:xfrm rot="5400000">
              <a:off x="20138971" y="-2378926"/>
              <a:ext cx="63500" cy="5647961"/>
              <a:chOff x="0" y="0"/>
              <a:chExt cx="12543" cy="1115647"/>
            </a:xfrm>
          </p:grpSpPr>
          <p:sp>
            <p:nvSpPr>
              <p:cNvPr name="Freeform 26" id="26"/>
              <p:cNvSpPr/>
              <p:nvPr/>
            </p:nvSpPr>
            <p:spPr>
              <a:xfrm flipH="false" flipV="false" rot="0">
                <a:off x="0" y="0"/>
                <a:ext cx="12543" cy="1115647"/>
              </a:xfrm>
              <a:custGeom>
                <a:avLst/>
                <a:gdLst/>
                <a:ahLst/>
                <a:cxnLst/>
                <a:rect r="r" b="b" t="t" l="l"/>
                <a:pathLst>
                  <a:path h="1115647" w="12543">
                    <a:moveTo>
                      <a:pt x="0" y="0"/>
                    </a:moveTo>
                    <a:lnTo>
                      <a:pt x="12543" y="0"/>
                    </a:lnTo>
                    <a:lnTo>
                      <a:pt x="12543" y="1115647"/>
                    </a:lnTo>
                    <a:lnTo>
                      <a:pt x="0" y="1115647"/>
                    </a:lnTo>
                    <a:close/>
                  </a:path>
                </a:pathLst>
              </a:custGeom>
              <a:solidFill>
                <a:srgbClr val="17415F"/>
              </a:solidFill>
            </p:spPr>
          </p:sp>
          <p:sp>
            <p:nvSpPr>
              <p:cNvPr name="TextBox 27" id="27"/>
              <p:cNvSpPr txBox="true"/>
              <p:nvPr/>
            </p:nvSpPr>
            <p:spPr>
              <a:xfrm>
                <a:off x="0" y="-38100"/>
                <a:ext cx="12543" cy="1153747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grpSp>
          <p:nvGrpSpPr>
            <p:cNvPr name="Group 28" id="28"/>
            <p:cNvGrpSpPr/>
            <p:nvPr/>
          </p:nvGrpSpPr>
          <p:grpSpPr>
            <a:xfrm rot="0">
              <a:off x="486556" y="10672525"/>
              <a:ext cx="63500" cy="1669468"/>
              <a:chOff x="0" y="0"/>
              <a:chExt cx="12543" cy="329771"/>
            </a:xfrm>
          </p:grpSpPr>
          <p:sp>
            <p:nvSpPr>
              <p:cNvPr name="Freeform 29" id="29"/>
              <p:cNvSpPr/>
              <p:nvPr/>
            </p:nvSpPr>
            <p:spPr>
              <a:xfrm flipH="false" flipV="false" rot="0">
                <a:off x="0" y="0"/>
                <a:ext cx="12543" cy="329771"/>
              </a:xfrm>
              <a:custGeom>
                <a:avLst/>
                <a:gdLst/>
                <a:ahLst/>
                <a:cxnLst/>
                <a:rect r="r" b="b" t="t" l="l"/>
                <a:pathLst>
                  <a:path h="329771" w="12543">
                    <a:moveTo>
                      <a:pt x="0" y="0"/>
                    </a:moveTo>
                    <a:lnTo>
                      <a:pt x="12543" y="0"/>
                    </a:lnTo>
                    <a:lnTo>
                      <a:pt x="12543" y="329771"/>
                    </a:lnTo>
                    <a:lnTo>
                      <a:pt x="0" y="329771"/>
                    </a:lnTo>
                    <a:close/>
                  </a:path>
                </a:pathLst>
              </a:custGeom>
              <a:solidFill>
                <a:srgbClr val="17415F"/>
              </a:solidFill>
            </p:spPr>
          </p:sp>
          <p:sp>
            <p:nvSpPr>
              <p:cNvPr name="TextBox 30" id="30"/>
              <p:cNvSpPr txBox="true"/>
              <p:nvPr/>
            </p:nvSpPr>
            <p:spPr>
              <a:xfrm>
                <a:off x="0" y="-38100"/>
                <a:ext cx="12543" cy="367871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grpSp>
          <p:nvGrpSpPr>
            <p:cNvPr name="Group 31" id="31"/>
            <p:cNvGrpSpPr/>
            <p:nvPr/>
          </p:nvGrpSpPr>
          <p:grpSpPr>
            <a:xfrm rot="-5400000">
              <a:off x="3304817" y="9486262"/>
              <a:ext cx="63500" cy="5647961"/>
              <a:chOff x="0" y="0"/>
              <a:chExt cx="12543" cy="1115647"/>
            </a:xfrm>
          </p:grpSpPr>
          <p:sp>
            <p:nvSpPr>
              <p:cNvPr name="Freeform 32" id="32"/>
              <p:cNvSpPr/>
              <p:nvPr/>
            </p:nvSpPr>
            <p:spPr>
              <a:xfrm flipH="false" flipV="false" rot="0">
                <a:off x="0" y="0"/>
                <a:ext cx="12543" cy="1115647"/>
              </a:xfrm>
              <a:custGeom>
                <a:avLst/>
                <a:gdLst/>
                <a:ahLst/>
                <a:cxnLst/>
                <a:rect r="r" b="b" t="t" l="l"/>
                <a:pathLst>
                  <a:path h="1115647" w="12543">
                    <a:moveTo>
                      <a:pt x="0" y="0"/>
                    </a:moveTo>
                    <a:lnTo>
                      <a:pt x="12543" y="0"/>
                    </a:lnTo>
                    <a:lnTo>
                      <a:pt x="12543" y="1115647"/>
                    </a:lnTo>
                    <a:lnTo>
                      <a:pt x="0" y="1115647"/>
                    </a:lnTo>
                    <a:close/>
                  </a:path>
                </a:pathLst>
              </a:custGeom>
              <a:solidFill>
                <a:srgbClr val="17415F"/>
              </a:solidFill>
            </p:spPr>
          </p:sp>
          <p:sp>
            <p:nvSpPr>
              <p:cNvPr name="TextBox 33" id="33"/>
              <p:cNvSpPr txBox="true"/>
              <p:nvPr/>
            </p:nvSpPr>
            <p:spPr>
              <a:xfrm>
                <a:off x="0" y="-38100"/>
                <a:ext cx="12543" cy="1153747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</p:grpSp>
      <p:grpSp>
        <p:nvGrpSpPr>
          <p:cNvPr name="Group 34" id="34"/>
          <p:cNvGrpSpPr/>
          <p:nvPr/>
        </p:nvGrpSpPr>
        <p:grpSpPr>
          <a:xfrm rot="0">
            <a:off x="13955824" y="6587618"/>
            <a:ext cx="6666800" cy="4085592"/>
            <a:chOff x="0" y="0"/>
            <a:chExt cx="8889067" cy="5447455"/>
          </a:xfrm>
        </p:grpSpPr>
        <p:grpSp>
          <p:nvGrpSpPr>
            <p:cNvPr name="Group 35" id="35"/>
            <p:cNvGrpSpPr/>
            <p:nvPr/>
          </p:nvGrpSpPr>
          <p:grpSpPr>
            <a:xfrm rot="-10800000">
              <a:off x="2663403" y="0"/>
              <a:ext cx="6225663" cy="5447455"/>
              <a:chOff x="0" y="0"/>
              <a:chExt cx="812800" cy="711200"/>
            </a:xfrm>
          </p:grpSpPr>
          <p:sp>
            <p:nvSpPr>
              <p:cNvPr name="Freeform 36" id="36"/>
              <p:cNvSpPr/>
              <p:nvPr/>
            </p:nvSpPr>
            <p:spPr>
              <a:xfrm flipH="false" flipV="false" rot="0">
                <a:off x="0" y="0"/>
                <a:ext cx="812800" cy="711200"/>
              </a:xfrm>
              <a:custGeom>
                <a:avLst/>
                <a:gdLst/>
                <a:ahLst/>
                <a:cxnLst/>
                <a:rect r="r" b="b" t="t" l="l"/>
                <a:pathLst>
                  <a:path h="711200" w="812800">
                    <a:moveTo>
                      <a:pt x="406400" y="711200"/>
                    </a:moveTo>
                    <a:lnTo>
                      <a:pt x="812800" y="0"/>
                    </a:lnTo>
                    <a:lnTo>
                      <a:pt x="0" y="0"/>
                    </a:lnTo>
                    <a:lnTo>
                      <a:pt x="406400" y="711200"/>
                    </a:lnTo>
                    <a:close/>
                  </a:path>
                </a:pathLst>
              </a:custGeom>
              <a:solidFill>
                <a:srgbClr val="6B7A8C"/>
              </a:solidFill>
            </p:spPr>
          </p:sp>
          <p:sp>
            <p:nvSpPr>
              <p:cNvPr name="TextBox 37" id="37"/>
              <p:cNvSpPr txBox="true"/>
              <p:nvPr/>
            </p:nvSpPr>
            <p:spPr>
              <a:xfrm>
                <a:off x="127000" y="12700"/>
                <a:ext cx="558800" cy="36830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grpSp>
          <p:nvGrpSpPr>
            <p:cNvPr name="Group 38" id="38"/>
            <p:cNvGrpSpPr/>
            <p:nvPr/>
          </p:nvGrpSpPr>
          <p:grpSpPr>
            <a:xfrm rot="-10800000">
              <a:off x="0" y="3821268"/>
              <a:ext cx="5776235" cy="1261779"/>
              <a:chOff x="0" y="0"/>
              <a:chExt cx="1140985" cy="249240"/>
            </a:xfrm>
          </p:grpSpPr>
          <p:sp>
            <p:nvSpPr>
              <p:cNvPr name="Freeform 39" id="39"/>
              <p:cNvSpPr/>
              <p:nvPr/>
            </p:nvSpPr>
            <p:spPr>
              <a:xfrm flipH="false" flipV="false" rot="0">
                <a:off x="0" y="0"/>
                <a:ext cx="1140985" cy="249240"/>
              </a:xfrm>
              <a:custGeom>
                <a:avLst/>
                <a:gdLst/>
                <a:ahLst/>
                <a:cxnLst/>
                <a:rect r="r" b="b" t="t" l="l"/>
                <a:pathLst>
                  <a:path h="249240" w="1140985">
                    <a:moveTo>
                      <a:pt x="203200" y="0"/>
                    </a:moveTo>
                    <a:lnTo>
                      <a:pt x="1140985" y="0"/>
                    </a:lnTo>
                    <a:lnTo>
                      <a:pt x="937785" y="249240"/>
                    </a:lnTo>
                    <a:lnTo>
                      <a:pt x="0" y="249240"/>
                    </a:lnTo>
                    <a:lnTo>
                      <a:pt x="203200" y="0"/>
                    </a:lnTo>
                    <a:close/>
                  </a:path>
                </a:pathLst>
              </a:custGeom>
              <a:solidFill>
                <a:srgbClr val="88A5C4"/>
              </a:solidFill>
            </p:spPr>
          </p:sp>
          <p:sp>
            <p:nvSpPr>
              <p:cNvPr name="TextBox 40" id="40"/>
              <p:cNvSpPr txBox="true"/>
              <p:nvPr/>
            </p:nvSpPr>
            <p:spPr>
              <a:xfrm>
                <a:off x="101600" y="-38100"/>
                <a:ext cx="937785" cy="28734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</p:grpSp>
      <p:grpSp>
        <p:nvGrpSpPr>
          <p:cNvPr name="Group 41" id="41"/>
          <p:cNvGrpSpPr/>
          <p:nvPr/>
        </p:nvGrpSpPr>
        <p:grpSpPr>
          <a:xfrm rot="-10800000">
            <a:off x="-2304700" y="-378866"/>
            <a:ext cx="6666800" cy="4085592"/>
            <a:chOff x="0" y="0"/>
            <a:chExt cx="8889067" cy="5447455"/>
          </a:xfrm>
        </p:grpSpPr>
        <p:grpSp>
          <p:nvGrpSpPr>
            <p:cNvPr name="Group 42" id="42"/>
            <p:cNvGrpSpPr/>
            <p:nvPr/>
          </p:nvGrpSpPr>
          <p:grpSpPr>
            <a:xfrm rot="-10800000">
              <a:off x="2663403" y="0"/>
              <a:ext cx="6225663" cy="5447455"/>
              <a:chOff x="0" y="0"/>
              <a:chExt cx="812800" cy="711200"/>
            </a:xfrm>
          </p:grpSpPr>
          <p:sp>
            <p:nvSpPr>
              <p:cNvPr name="Freeform 43" id="43"/>
              <p:cNvSpPr/>
              <p:nvPr/>
            </p:nvSpPr>
            <p:spPr>
              <a:xfrm flipH="false" flipV="false" rot="0">
                <a:off x="0" y="0"/>
                <a:ext cx="812800" cy="711200"/>
              </a:xfrm>
              <a:custGeom>
                <a:avLst/>
                <a:gdLst/>
                <a:ahLst/>
                <a:cxnLst/>
                <a:rect r="r" b="b" t="t" l="l"/>
                <a:pathLst>
                  <a:path h="711200" w="812800">
                    <a:moveTo>
                      <a:pt x="406400" y="711200"/>
                    </a:moveTo>
                    <a:lnTo>
                      <a:pt x="812800" y="0"/>
                    </a:lnTo>
                    <a:lnTo>
                      <a:pt x="0" y="0"/>
                    </a:lnTo>
                    <a:lnTo>
                      <a:pt x="406400" y="711200"/>
                    </a:lnTo>
                    <a:close/>
                  </a:path>
                </a:pathLst>
              </a:custGeom>
              <a:solidFill>
                <a:srgbClr val="6B7A8C"/>
              </a:solidFill>
            </p:spPr>
          </p:sp>
          <p:sp>
            <p:nvSpPr>
              <p:cNvPr name="TextBox 44" id="44"/>
              <p:cNvSpPr txBox="true"/>
              <p:nvPr/>
            </p:nvSpPr>
            <p:spPr>
              <a:xfrm>
                <a:off x="127000" y="12700"/>
                <a:ext cx="558800" cy="36830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grpSp>
          <p:nvGrpSpPr>
            <p:cNvPr name="Group 45" id="45"/>
            <p:cNvGrpSpPr/>
            <p:nvPr/>
          </p:nvGrpSpPr>
          <p:grpSpPr>
            <a:xfrm rot="-10800000">
              <a:off x="0" y="3821268"/>
              <a:ext cx="5776235" cy="1261779"/>
              <a:chOff x="0" y="0"/>
              <a:chExt cx="1140985" cy="249240"/>
            </a:xfrm>
          </p:grpSpPr>
          <p:sp>
            <p:nvSpPr>
              <p:cNvPr name="Freeform 46" id="46"/>
              <p:cNvSpPr/>
              <p:nvPr/>
            </p:nvSpPr>
            <p:spPr>
              <a:xfrm flipH="false" flipV="false" rot="0">
                <a:off x="0" y="0"/>
                <a:ext cx="1140985" cy="249240"/>
              </a:xfrm>
              <a:custGeom>
                <a:avLst/>
                <a:gdLst/>
                <a:ahLst/>
                <a:cxnLst/>
                <a:rect r="r" b="b" t="t" l="l"/>
                <a:pathLst>
                  <a:path h="249240" w="1140985">
                    <a:moveTo>
                      <a:pt x="203200" y="0"/>
                    </a:moveTo>
                    <a:lnTo>
                      <a:pt x="1140985" y="0"/>
                    </a:lnTo>
                    <a:lnTo>
                      <a:pt x="937785" y="249240"/>
                    </a:lnTo>
                    <a:lnTo>
                      <a:pt x="0" y="249240"/>
                    </a:lnTo>
                    <a:lnTo>
                      <a:pt x="203200" y="0"/>
                    </a:lnTo>
                    <a:close/>
                  </a:path>
                </a:pathLst>
              </a:custGeom>
              <a:solidFill>
                <a:srgbClr val="88A5C4"/>
              </a:solidFill>
            </p:spPr>
          </p:sp>
          <p:sp>
            <p:nvSpPr>
              <p:cNvPr name="TextBox 47" id="47"/>
              <p:cNvSpPr txBox="true"/>
              <p:nvPr/>
            </p:nvSpPr>
            <p:spPr>
              <a:xfrm>
                <a:off x="101600" y="-38100"/>
                <a:ext cx="937785" cy="28734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grpSp>
          <p:nvGrpSpPr>
            <p:cNvPr name="Group 48" id="48"/>
            <p:cNvGrpSpPr/>
            <p:nvPr/>
          </p:nvGrpSpPr>
          <p:grpSpPr>
            <a:xfrm rot="-10800000">
              <a:off x="3094536" y="2203713"/>
              <a:ext cx="1551081" cy="1357196"/>
              <a:chOff x="0" y="0"/>
              <a:chExt cx="812800" cy="711200"/>
            </a:xfrm>
          </p:grpSpPr>
          <p:sp>
            <p:nvSpPr>
              <p:cNvPr name="Freeform 49" id="49"/>
              <p:cNvSpPr/>
              <p:nvPr/>
            </p:nvSpPr>
            <p:spPr>
              <a:xfrm flipH="false" flipV="false" rot="0">
                <a:off x="0" y="0"/>
                <a:ext cx="812800" cy="711200"/>
              </a:xfrm>
              <a:custGeom>
                <a:avLst/>
                <a:gdLst/>
                <a:ahLst/>
                <a:cxnLst/>
                <a:rect r="r" b="b" t="t" l="l"/>
                <a:pathLst>
                  <a:path h="711200" w="812800">
                    <a:moveTo>
                      <a:pt x="406400" y="711200"/>
                    </a:moveTo>
                    <a:lnTo>
                      <a:pt x="812800" y="0"/>
                    </a:lnTo>
                    <a:lnTo>
                      <a:pt x="0" y="0"/>
                    </a:lnTo>
                    <a:lnTo>
                      <a:pt x="406400" y="711200"/>
                    </a:lnTo>
                    <a:close/>
                  </a:path>
                </a:pathLst>
              </a:custGeom>
              <a:solidFill>
                <a:srgbClr val="A5B4C7"/>
              </a:solidFill>
            </p:spPr>
          </p:sp>
          <p:sp>
            <p:nvSpPr>
              <p:cNvPr name="TextBox 50" id="50"/>
              <p:cNvSpPr txBox="true"/>
              <p:nvPr/>
            </p:nvSpPr>
            <p:spPr>
              <a:xfrm>
                <a:off x="127000" y="12700"/>
                <a:ext cx="558800" cy="36830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</p:grpSp>
      <p:grpSp>
        <p:nvGrpSpPr>
          <p:cNvPr name="Group 51" id="51"/>
          <p:cNvGrpSpPr>
            <a:grpSpLocks noChangeAspect="true"/>
          </p:cNvGrpSpPr>
          <p:nvPr/>
        </p:nvGrpSpPr>
        <p:grpSpPr>
          <a:xfrm rot="0">
            <a:off x="1028700" y="3748953"/>
            <a:ext cx="2568917" cy="2568917"/>
            <a:chOff x="0" y="0"/>
            <a:chExt cx="13884457" cy="13884457"/>
          </a:xfrm>
        </p:grpSpPr>
        <p:sp>
          <p:nvSpPr>
            <p:cNvPr name="Freeform 52" id="52"/>
            <p:cNvSpPr/>
            <p:nvPr/>
          </p:nvSpPr>
          <p:spPr>
            <a:xfrm flipH="false" flipV="false" rot="0">
              <a:off x="-31116" y="-70"/>
              <a:ext cx="13946687" cy="13884594"/>
            </a:xfrm>
            <a:custGeom>
              <a:avLst/>
              <a:gdLst/>
              <a:ahLst/>
              <a:cxnLst/>
              <a:rect r="r" b="b" t="t" l="l"/>
              <a:pathLst>
                <a:path h="13884594" w="13946687">
                  <a:moveTo>
                    <a:pt x="6973343" y="70"/>
                  </a:moveTo>
                  <a:cubicBezTo>
                    <a:pt x="4485729" y="-11055"/>
                    <a:pt x="2182303" y="1309688"/>
                    <a:pt x="935272" y="3462190"/>
                  </a:cubicBezTo>
                  <a:cubicBezTo>
                    <a:pt x="-311758" y="5614693"/>
                    <a:pt x="-311758" y="8269902"/>
                    <a:pt x="935272" y="10422404"/>
                  </a:cubicBezTo>
                  <a:cubicBezTo>
                    <a:pt x="2182303" y="12574907"/>
                    <a:pt x="4485729" y="13895650"/>
                    <a:pt x="6973343" y="13884525"/>
                  </a:cubicBezTo>
                  <a:cubicBezTo>
                    <a:pt x="9460958" y="13895650"/>
                    <a:pt x="11764384" y="12574907"/>
                    <a:pt x="13011414" y="10422404"/>
                  </a:cubicBezTo>
                  <a:cubicBezTo>
                    <a:pt x="14258444" y="8269902"/>
                    <a:pt x="14258444" y="5614693"/>
                    <a:pt x="13011414" y="3462190"/>
                  </a:cubicBezTo>
                  <a:cubicBezTo>
                    <a:pt x="11764384" y="1309688"/>
                    <a:pt x="9460958" y="-11055"/>
                    <a:pt x="6973343" y="7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name="Freeform 53" id="53"/>
            <p:cNvSpPr/>
            <p:nvPr/>
          </p:nvSpPr>
          <p:spPr>
            <a:xfrm flipH="false" flipV="false" rot="0">
              <a:off x="53489" y="84159"/>
              <a:ext cx="13777477" cy="13716138"/>
            </a:xfrm>
            <a:custGeom>
              <a:avLst/>
              <a:gdLst/>
              <a:ahLst/>
              <a:cxnLst/>
              <a:rect r="r" b="b" t="t" l="l"/>
              <a:pathLst>
                <a:path h="13716138" w="13777477">
                  <a:moveTo>
                    <a:pt x="6888738" y="69"/>
                  </a:moveTo>
                  <a:cubicBezTo>
                    <a:pt x="4431305" y="-10921"/>
                    <a:pt x="2155826" y="1293797"/>
                    <a:pt x="923925" y="3420184"/>
                  </a:cubicBezTo>
                  <a:cubicBezTo>
                    <a:pt x="-307975" y="5546572"/>
                    <a:pt x="-307975" y="8169565"/>
                    <a:pt x="923925" y="10295952"/>
                  </a:cubicBezTo>
                  <a:cubicBezTo>
                    <a:pt x="2155826" y="12422340"/>
                    <a:pt x="4431305" y="13727058"/>
                    <a:pt x="6888738" y="13716068"/>
                  </a:cubicBezTo>
                  <a:cubicBezTo>
                    <a:pt x="9346172" y="13727058"/>
                    <a:pt x="11621651" y="12422340"/>
                    <a:pt x="12853552" y="10295952"/>
                  </a:cubicBezTo>
                  <a:cubicBezTo>
                    <a:pt x="14085453" y="8169565"/>
                    <a:pt x="14085453" y="5546572"/>
                    <a:pt x="12853552" y="3420184"/>
                  </a:cubicBezTo>
                  <a:cubicBezTo>
                    <a:pt x="11621651" y="1293797"/>
                    <a:pt x="9346172" y="-10921"/>
                    <a:pt x="6888738" y="69"/>
                  </a:cubicBezTo>
                  <a:close/>
                </a:path>
              </a:pathLst>
            </a:custGeom>
            <a:blipFill>
              <a:blip r:embed="rId3"/>
              <a:stretch>
                <a:fillRect l="223" t="0" r="223" b="-27661"/>
              </a:stretch>
            </a:blipFill>
          </p:spPr>
        </p:sp>
      </p:grpSp>
      <p:grpSp>
        <p:nvGrpSpPr>
          <p:cNvPr name="Group 54" id="54"/>
          <p:cNvGrpSpPr>
            <a:grpSpLocks noChangeAspect="true"/>
          </p:cNvGrpSpPr>
          <p:nvPr/>
        </p:nvGrpSpPr>
        <p:grpSpPr>
          <a:xfrm rot="0">
            <a:off x="4362100" y="3748953"/>
            <a:ext cx="2568917" cy="2568917"/>
            <a:chOff x="0" y="0"/>
            <a:chExt cx="13884457" cy="13884457"/>
          </a:xfrm>
        </p:grpSpPr>
        <p:sp>
          <p:nvSpPr>
            <p:cNvPr name="Freeform 55" id="55"/>
            <p:cNvSpPr/>
            <p:nvPr/>
          </p:nvSpPr>
          <p:spPr>
            <a:xfrm flipH="false" flipV="false" rot="0">
              <a:off x="-31116" y="-70"/>
              <a:ext cx="13946687" cy="13884594"/>
            </a:xfrm>
            <a:custGeom>
              <a:avLst/>
              <a:gdLst/>
              <a:ahLst/>
              <a:cxnLst/>
              <a:rect r="r" b="b" t="t" l="l"/>
              <a:pathLst>
                <a:path h="13884594" w="13946687">
                  <a:moveTo>
                    <a:pt x="6973343" y="70"/>
                  </a:moveTo>
                  <a:cubicBezTo>
                    <a:pt x="4485729" y="-11055"/>
                    <a:pt x="2182303" y="1309688"/>
                    <a:pt x="935272" y="3462190"/>
                  </a:cubicBezTo>
                  <a:cubicBezTo>
                    <a:pt x="-311758" y="5614693"/>
                    <a:pt x="-311758" y="8269902"/>
                    <a:pt x="935272" y="10422404"/>
                  </a:cubicBezTo>
                  <a:cubicBezTo>
                    <a:pt x="2182303" y="12574907"/>
                    <a:pt x="4485729" y="13895650"/>
                    <a:pt x="6973343" y="13884525"/>
                  </a:cubicBezTo>
                  <a:cubicBezTo>
                    <a:pt x="9460958" y="13895650"/>
                    <a:pt x="11764384" y="12574907"/>
                    <a:pt x="13011414" y="10422404"/>
                  </a:cubicBezTo>
                  <a:cubicBezTo>
                    <a:pt x="14258444" y="8269902"/>
                    <a:pt x="14258444" y="5614693"/>
                    <a:pt x="13011414" y="3462190"/>
                  </a:cubicBezTo>
                  <a:cubicBezTo>
                    <a:pt x="11764384" y="1309688"/>
                    <a:pt x="9460958" y="-11055"/>
                    <a:pt x="6973343" y="7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name="Freeform 56" id="56"/>
            <p:cNvSpPr/>
            <p:nvPr/>
          </p:nvSpPr>
          <p:spPr>
            <a:xfrm flipH="false" flipV="false" rot="0">
              <a:off x="53489" y="84159"/>
              <a:ext cx="13777477" cy="13716138"/>
            </a:xfrm>
            <a:custGeom>
              <a:avLst/>
              <a:gdLst/>
              <a:ahLst/>
              <a:cxnLst/>
              <a:rect r="r" b="b" t="t" l="l"/>
              <a:pathLst>
                <a:path h="13716138" w="13777477">
                  <a:moveTo>
                    <a:pt x="6888738" y="69"/>
                  </a:moveTo>
                  <a:cubicBezTo>
                    <a:pt x="4431305" y="-10921"/>
                    <a:pt x="2155826" y="1293797"/>
                    <a:pt x="923925" y="3420184"/>
                  </a:cubicBezTo>
                  <a:cubicBezTo>
                    <a:pt x="-307975" y="5546572"/>
                    <a:pt x="-307975" y="8169565"/>
                    <a:pt x="923925" y="10295952"/>
                  </a:cubicBezTo>
                  <a:cubicBezTo>
                    <a:pt x="2155826" y="12422340"/>
                    <a:pt x="4431305" y="13727058"/>
                    <a:pt x="6888738" y="13716068"/>
                  </a:cubicBezTo>
                  <a:cubicBezTo>
                    <a:pt x="9346172" y="13727058"/>
                    <a:pt x="11621651" y="12422340"/>
                    <a:pt x="12853552" y="10295952"/>
                  </a:cubicBezTo>
                  <a:cubicBezTo>
                    <a:pt x="14085453" y="8169565"/>
                    <a:pt x="14085453" y="5546572"/>
                    <a:pt x="12853552" y="3420184"/>
                  </a:cubicBezTo>
                  <a:cubicBezTo>
                    <a:pt x="11621651" y="1293797"/>
                    <a:pt x="9346172" y="-10921"/>
                    <a:pt x="6888738" y="69"/>
                  </a:cubicBezTo>
                  <a:close/>
                </a:path>
              </a:pathLst>
            </a:custGeom>
            <a:blipFill>
              <a:blip r:embed="rId4"/>
              <a:stretch>
                <a:fillRect l="-79299" t="-613" r="-79299" b="-613"/>
              </a:stretch>
            </a:blipFill>
          </p:spPr>
        </p:sp>
      </p:grpSp>
      <p:grpSp>
        <p:nvGrpSpPr>
          <p:cNvPr name="Group 57" id="57"/>
          <p:cNvGrpSpPr>
            <a:grpSpLocks noChangeAspect="true"/>
          </p:cNvGrpSpPr>
          <p:nvPr/>
        </p:nvGrpSpPr>
        <p:grpSpPr>
          <a:xfrm rot="0">
            <a:off x="7693017" y="3706726"/>
            <a:ext cx="2568917" cy="2568917"/>
            <a:chOff x="0" y="0"/>
            <a:chExt cx="13884457" cy="13884457"/>
          </a:xfrm>
        </p:grpSpPr>
        <p:sp>
          <p:nvSpPr>
            <p:cNvPr name="Freeform 58" id="58"/>
            <p:cNvSpPr/>
            <p:nvPr/>
          </p:nvSpPr>
          <p:spPr>
            <a:xfrm flipH="false" flipV="false" rot="0">
              <a:off x="-31116" y="-70"/>
              <a:ext cx="13946687" cy="13884594"/>
            </a:xfrm>
            <a:custGeom>
              <a:avLst/>
              <a:gdLst/>
              <a:ahLst/>
              <a:cxnLst/>
              <a:rect r="r" b="b" t="t" l="l"/>
              <a:pathLst>
                <a:path h="13884594" w="13946687">
                  <a:moveTo>
                    <a:pt x="6973343" y="70"/>
                  </a:moveTo>
                  <a:cubicBezTo>
                    <a:pt x="4485729" y="-11055"/>
                    <a:pt x="2182303" y="1309688"/>
                    <a:pt x="935272" y="3462190"/>
                  </a:cubicBezTo>
                  <a:cubicBezTo>
                    <a:pt x="-311758" y="5614693"/>
                    <a:pt x="-311758" y="8269902"/>
                    <a:pt x="935272" y="10422404"/>
                  </a:cubicBezTo>
                  <a:cubicBezTo>
                    <a:pt x="2182303" y="12574907"/>
                    <a:pt x="4485729" y="13895650"/>
                    <a:pt x="6973343" y="13884525"/>
                  </a:cubicBezTo>
                  <a:cubicBezTo>
                    <a:pt x="9460958" y="13895650"/>
                    <a:pt x="11764384" y="12574907"/>
                    <a:pt x="13011414" y="10422404"/>
                  </a:cubicBezTo>
                  <a:cubicBezTo>
                    <a:pt x="14258444" y="8269902"/>
                    <a:pt x="14258444" y="5614693"/>
                    <a:pt x="13011414" y="3462190"/>
                  </a:cubicBezTo>
                  <a:cubicBezTo>
                    <a:pt x="11764384" y="1309688"/>
                    <a:pt x="9460958" y="-11055"/>
                    <a:pt x="6973343" y="7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name="Freeform 59" id="59"/>
            <p:cNvSpPr/>
            <p:nvPr/>
          </p:nvSpPr>
          <p:spPr>
            <a:xfrm flipH="false" flipV="false" rot="0">
              <a:off x="53489" y="84159"/>
              <a:ext cx="13777477" cy="13716138"/>
            </a:xfrm>
            <a:custGeom>
              <a:avLst/>
              <a:gdLst/>
              <a:ahLst/>
              <a:cxnLst/>
              <a:rect r="r" b="b" t="t" l="l"/>
              <a:pathLst>
                <a:path h="13716138" w="13777477">
                  <a:moveTo>
                    <a:pt x="6888738" y="69"/>
                  </a:moveTo>
                  <a:cubicBezTo>
                    <a:pt x="4431305" y="-10921"/>
                    <a:pt x="2155826" y="1293797"/>
                    <a:pt x="923925" y="3420184"/>
                  </a:cubicBezTo>
                  <a:cubicBezTo>
                    <a:pt x="-307975" y="5546572"/>
                    <a:pt x="-307975" y="8169565"/>
                    <a:pt x="923925" y="10295952"/>
                  </a:cubicBezTo>
                  <a:cubicBezTo>
                    <a:pt x="2155826" y="12422340"/>
                    <a:pt x="4431305" y="13727058"/>
                    <a:pt x="6888738" y="13716068"/>
                  </a:cubicBezTo>
                  <a:cubicBezTo>
                    <a:pt x="9346172" y="13727058"/>
                    <a:pt x="11621651" y="12422340"/>
                    <a:pt x="12853552" y="10295952"/>
                  </a:cubicBezTo>
                  <a:cubicBezTo>
                    <a:pt x="14085453" y="8169565"/>
                    <a:pt x="14085453" y="5546572"/>
                    <a:pt x="12853552" y="3420184"/>
                  </a:cubicBezTo>
                  <a:cubicBezTo>
                    <a:pt x="11621651" y="1293797"/>
                    <a:pt x="9346172" y="-10921"/>
                    <a:pt x="6888738" y="69"/>
                  </a:cubicBezTo>
                  <a:close/>
                </a:path>
              </a:pathLst>
            </a:custGeom>
            <a:blipFill>
              <a:blip r:embed="rId4"/>
              <a:stretch>
                <a:fillRect l="-79299" t="-613" r="-79299" b="-613"/>
              </a:stretch>
            </a:blipFill>
          </p:spPr>
        </p:sp>
      </p:grpSp>
      <p:grpSp>
        <p:nvGrpSpPr>
          <p:cNvPr name="Group 60" id="60"/>
          <p:cNvGrpSpPr>
            <a:grpSpLocks noChangeAspect="true"/>
          </p:cNvGrpSpPr>
          <p:nvPr/>
        </p:nvGrpSpPr>
        <p:grpSpPr>
          <a:xfrm rot="0">
            <a:off x="11023935" y="3706726"/>
            <a:ext cx="2568917" cy="2568917"/>
            <a:chOff x="0" y="0"/>
            <a:chExt cx="13884457" cy="13884457"/>
          </a:xfrm>
        </p:grpSpPr>
        <p:sp>
          <p:nvSpPr>
            <p:cNvPr name="Freeform 61" id="61"/>
            <p:cNvSpPr/>
            <p:nvPr/>
          </p:nvSpPr>
          <p:spPr>
            <a:xfrm flipH="false" flipV="false" rot="0">
              <a:off x="-31116" y="-70"/>
              <a:ext cx="13946687" cy="13884594"/>
            </a:xfrm>
            <a:custGeom>
              <a:avLst/>
              <a:gdLst/>
              <a:ahLst/>
              <a:cxnLst/>
              <a:rect r="r" b="b" t="t" l="l"/>
              <a:pathLst>
                <a:path h="13884594" w="13946687">
                  <a:moveTo>
                    <a:pt x="6973343" y="70"/>
                  </a:moveTo>
                  <a:cubicBezTo>
                    <a:pt x="4485729" y="-11055"/>
                    <a:pt x="2182303" y="1309688"/>
                    <a:pt x="935272" y="3462190"/>
                  </a:cubicBezTo>
                  <a:cubicBezTo>
                    <a:pt x="-311758" y="5614693"/>
                    <a:pt x="-311758" y="8269902"/>
                    <a:pt x="935272" y="10422404"/>
                  </a:cubicBezTo>
                  <a:cubicBezTo>
                    <a:pt x="2182303" y="12574907"/>
                    <a:pt x="4485729" y="13895650"/>
                    <a:pt x="6973343" y="13884525"/>
                  </a:cubicBezTo>
                  <a:cubicBezTo>
                    <a:pt x="9460958" y="13895650"/>
                    <a:pt x="11764384" y="12574907"/>
                    <a:pt x="13011414" y="10422404"/>
                  </a:cubicBezTo>
                  <a:cubicBezTo>
                    <a:pt x="14258444" y="8269902"/>
                    <a:pt x="14258444" y="5614693"/>
                    <a:pt x="13011414" y="3462190"/>
                  </a:cubicBezTo>
                  <a:cubicBezTo>
                    <a:pt x="11764384" y="1309688"/>
                    <a:pt x="9460958" y="-11055"/>
                    <a:pt x="6973343" y="7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name="Freeform 62" id="62"/>
            <p:cNvSpPr/>
            <p:nvPr/>
          </p:nvSpPr>
          <p:spPr>
            <a:xfrm flipH="false" flipV="false" rot="0">
              <a:off x="53489" y="84159"/>
              <a:ext cx="13777477" cy="13716138"/>
            </a:xfrm>
            <a:custGeom>
              <a:avLst/>
              <a:gdLst/>
              <a:ahLst/>
              <a:cxnLst/>
              <a:rect r="r" b="b" t="t" l="l"/>
              <a:pathLst>
                <a:path h="13716138" w="13777477">
                  <a:moveTo>
                    <a:pt x="6888738" y="69"/>
                  </a:moveTo>
                  <a:cubicBezTo>
                    <a:pt x="4431305" y="-10921"/>
                    <a:pt x="2155826" y="1293797"/>
                    <a:pt x="923925" y="3420184"/>
                  </a:cubicBezTo>
                  <a:cubicBezTo>
                    <a:pt x="-307975" y="5546572"/>
                    <a:pt x="-307975" y="8169565"/>
                    <a:pt x="923925" y="10295952"/>
                  </a:cubicBezTo>
                  <a:cubicBezTo>
                    <a:pt x="2155826" y="12422340"/>
                    <a:pt x="4431305" y="13727058"/>
                    <a:pt x="6888738" y="13716068"/>
                  </a:cubicBezTo>
                  <a:cubicBezTo>
                    <a:pt x="9346172" y="13727058"/>
                    <a:pt x="11621651" y="12422340"/>
                    <a:pt x="12853552" y="10295952"/>
                  </a:cubicBezTo>
                  <a:cubicBezTo>
                    <a:pt x="14085453" y="8169565"/>
                    <a:pt x="14085453" y="5546572"/>
                    <a:pt x="12853552" y="3420184"/>
                  </a:cubicBezTo>
                  <a:cubicBezTo>
                    <a:pt x="11621651" y="1293797"/>
                    <a:pt x="9346172" y="-10921"/>
                    <a:pt x="6888738" y="69"/>
                  </a:cubicBezTo>
                  <a:close/>
                </a:path>
              </a:pathLst>
            </a:custGeom>
            <a:blipFill>
              <a:blip r:embed="rId4"/>
              <a:stretch>
                <a:fillRect l="-79299" t="-613" r="-79299" b="-613"/>
              </a:stretch>
            </a:blipFill>
          </p:spPr>
        </p:sp>
      </p:grpSp>
      <p:grpSp>
        <p:nvGrpSpPr>
          <p:cNvPr name="Group 63" id="63"/>
          <p:cNvGrpSpPr>
            <a:grpSpLocks noChangeAspect="true"/>
          </p:cNvGrpSpPr>
          <p:nvPr/>
        </p:nvGrpSpPr>
        <p:grpSpPr>
          <a:xfrm rot="0">
            <a:off x="14354852" y="3748953"/>
            <a:ext cx="2568917" cy="2568917"/>
            <a:chOff x="0" y="0"/>
            <a:chExt cx="13884457" cy="13884457"/>
          </a:xfrm>
        </p:grpSpPr>
        <p:sp>
          <p:nvSpPr>
            <p:cNvPr name="Freeform 64" id="64"/>
            <p:cNvSpPr/>
            <p:nvPr/>
          </p:nvSpPr>
          <p:spPr>
            <a:xfrm flipH="false" flipV="false" rot="0">
              <a:off x="-31116" y="-70"/>
              <a:ext cx="13946687" cy="13884594"/>
            </a:xfrm>
            <a:custGeom>
              <a:avLst/>
              <a:gdLst/>
              <a:ahLst/>
              <a:cxnLst/>
              <a:rect r="r" b="b" t="t" l="l"/>
              <a:pathLst>
                <a:path h="13884594" w="13946687">
                  <a:moveTo>
                    <a:pt x="6973343" y="70"/>
                  </a:moveTo>
                  <a:cubicBezTo>
                    <a:pt x="4485729" y="-11055"/>
                    <a:pt x="2182303" y="1309688"/>
                    <a:pt x="935272" y="3462190"/>
                  </a:cubicBezTo>
                  <a:cubicBezTo>
                    <a:pt x="-311758" y="5614693"/>
                    <a:pt x="-311758" y="8269902"/>
                    <a:pt x="935272" y="10422404"/>
                  </a:cubicBezTo>
                  <a:cubicBezTo>
                    <a:pt x="2182303" y="12574907"/>
                    <a:pt x="4485729" y="13895650"/>
                    <a:pt x="6973343" y="13884525"/>
                  </a:cubicBezTo>
                  <a:cubicBezTo>
                    <a:pt x="9460958" y="13895650"/>
                    <a:pt x="11764384" y="12574907"/>
                    <a:pt x="13011414" y="10422404"/>
                  </a:cubicBezTo>
                  <a:cubicBezTo>
                    <a:pt x="14258444" y="8269902"/>
                    <a:pt x="14258444" y="5614693"/>
                    <a:pt x="13011414" y="3462190"/>
                  </a:cubicBezTo>
                  <a:cubicBezTo>
                    <a:pt x="11764384" y="1309688"/>
                    <a:pt x="9460958" y="-11055"/>
                    <a:pt x="6973343" y="7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name="Freeform 65" id="65"/>
            <p:cNvSpPr/>
            <p:nvPr/>
          </p:nvSpPr>
          <p:spPr>
            <a:xfrm flipH="false" flipV="false" rot="0">
              <a:off x="53489" y="84159"/>
              <a:ext cx="13777477" cy="13716138"/>
            </a:xfrm>
            <a:custGeom>
              <a:avLst/>
              <a:gdLst/>
              <a:ahLst/>
              <a:cxnLst/>
              <a:rect r="r" b="b" t="t" l="l"/>
              <a:pathLst>
                <a:path h="13716138" w="13777477">
                  <a:moveTo>
                    <a:pt x="6888738" y="69"/>
                  </a:moveTo>
                  <a:cubicBezTo>
                    <a:pt x="4431305" y="-10921"/>
                    <a:pt x="2155826" y="1293797"/>
                    <a:pt x="923925" y="3420184"/>
                  </a:cubicBezTo>
                  <a:cubicBezTo>
                    <a:pt x="-307975" y="5546572"/>
                    <a:pt x="-307975" y="8169565"/>
                    <a:pt x="923925" y="10295952"/>
                  </a:cubicBezTo>
                  <a:cubicBezTo>
                    <a:pt x="2155826" y="12422340"/>
                    <a:pt x="4431305" y="13727058"/>
                    <a:pt x="6888738" y="13716068"/>
                  </a:cubicBezTo>
                  <a:cubicBezTo>
                    <a:pt x="9346172" y="13727058"/>
                    <a:pt x="11621651" y="12422340"/>
                    <a:pt x="12853552" y="10295952"/>
                  </a:cubicBezTo>
                  <a:cubicBezTo>
                    <a:pt x="14085453" y="8169565"/>
                    <a:pt x="14085453" y="5546572"/>
                    <a:pt x="12853552" y="3420184"/>
                  </a:cubicBezTo>
                  <a:cubicBezTo>
                    <a:pt x="11621651" y="1293797"/>
                    <a:pt x="9346172" y="-10921"/>
                    <a:pt x="6888738" y="69"/>
                  </a:cubicBezTo>
                  <a:close/>
                </a:path>
              </a:pathLst>
            </a:custGeom>
            <a:blipFill>
              <a:blip r:embed="rId4"/>
              <a:stretch>
                <a:fillRect l="-79299" t="-613" r="-79299" b="-613"/>
              </a:stretch>
            </a:blipFill>
          </p:spPr>
        </p:sp>
      </p:grpSp>
      <p:sp>
        <p:nvSpPr>
          <p:cNvPr name="TextBox 66" id="66"/>
          <p:cNvSpPr txBox="true"/>
          <p:nvPr/>
        </p:nvSpPr>
        <p:spPr>
          <a:xfrm rot="0">
            <a:off x="6064336" y="885825"/>
            <a:ext cx="6244057" cy="12033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9800"/>
              </a:lnSpc>
            </a:pPr>
            <a:r>
              <a:rPr lang="en-US" b="true" sz="7000">
                <a:solidFill>
                  <a:srgbClr val="3E526A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AB</a:t>
            </a:r>
            <a:r>
              <a:rPr lang="en-US" b="true" sz="7000">
                <a:solidFill>
                  <a:srgbClr val="3E526A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OUT US</a:t>
            </a:r>
          </a:p>
        </p:txBody>
      </p:sp>
      <p:sp>
        <p:nvSpPr>
          <p:cNvPr name="TextBox 67" id="67"/>
          <p:cNvSpPr txBox="true"/>
          <p:nvPr/>
        </p:nvSpPr>
        <p:spPr>
          <a:xfrm rot="0">
            <a:off x="6992050" y="2031990"/>
            <a:ext cx="4388630" cy="5143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200"/>
              </a:lnSpc>
            </a:pPr>
            <a:r>
              <a:rPr lang="en-US" b="true" sz="3000" u="sng">
                <a:solidFill>
                  <a:srgbClr val="6B7A8C"/>
                </a:solidFill>
                <a:latin typeface="Canva Sans Medium"/>
                <a:ea typeface="Canva Sans Medium"/>
                <a:cs typeface="Canva Sans Medium"/>
                <a:sym typeface="Canva Sans Medium"/>
              </a:rPr>
              <a:t>Meet</a:t>
            </a:r>
            <a:r>
              <a:rPr lang="en-US" b="true" sz="3000" u="sng">
                <a:solidFill>
                  <a:srgbClr val="6B7A8C"/>
                </a:solidFill>
                <a:latin typeface="Canva Sans Medium"/>
                <a:ea typeface="Canva Sans Medium"/>
                <a:cs typeface="Canva Sans Medium"/>
                <a:sym typeface="Canva Sans Medium"/>
              </a:rPr>
              <a:t> the Project Team</a:t>
            </a:r>
          </a:p>
        </p:txBody>
      </p:sp>
      <p:sp>
        <p:nvSpPr>
          <p:cNvPr name="TextBox 68" id="68"/>
          <p:cNvSpPr txBox="true"/>
          <p:nvPr/>
        </p:nvSpPr>
        <p:spPr>
          <a:xfrm rot="0">
            <a:off x="1031183" y="6428043"/>
            <a:ext cx="2568917" cy="4483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640"/>
              </a:lnSpc>
            </a:pPr>
            <a:r>
              <a:rPr lang="en-US" b="true" sz="2600" u="sng">
                <a:solidFill>
                  <a:srgbClr val="6B7A8C"/>
                </a:solidFill>
                <a:latin typeface="Canva Sans Medium"/>
                <a:ea typeface="Canva Sans Medium"/>
                <a:cs typeface="Canva Sans Medium"/>
                <a:sym typeface="Canva Sans Medium"/>
              </a:rPr>
              <a:t>Lathiya Harshal</a:t>
            </a:r>
          </a:p>
        </p:txBody>
      </p:sp>
      <p:sp>
        <p:nvSpPr>
          <p:cNvPr name="TextBox 69" id="69"/>
          <p:cNvSpPr txBox="true"/>
          <p:nvPr/>
        </p:nvSpPr>
        <p:spPr>
          <a:xfrm rot="0">
            <a:off x="4362100" y="6470271"/>
            <a:ext cx="2568917" cy="4483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640"/>
              </a:lnSpc>
            </a:pPr>
            <a:r>
              <a:rPr lang="en-US" b="true" sz="2600" u="sng">
                <a:solidFill>
                  <a:srgbClr val="6B7A8C"/>
                </a:solidFill>
                <a:latin typeface="Canva Sans Medium"/>
                <a:ea typeface="Canva Sans Medium"/>
                <a:cs typeface="Canva Sans Medium"/>
                <a:sym typeface="Canva Sans Medium"/>
              </a:rPr>
              <a:t>Koradiya Vidhi</a:t>
            </a:r>
          </a:p>
        </p:txBody>
      </p:sp>
      <p:sp>
        <p:nvSpPr>
          <p:cNvPr name="TextBox 70" id="70"/>
          <p:cNvSpPr txBox="true"/>
          <p:nvPr/>
        </p:nvSpPr>
        <p:spPr>
          <a:xfrm rot="0">
            <a:off x="7693017" y="6428043"/>
            <a:ext cx="2568917" cy="4483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640"/>
              </a:lnSpc>
            </a:pPr>
            <a:r>
              <a:rPr lang="en-US" b="true" sz="2600" u="sng">
                <a:solidFill>
                  <a:srgbClr val="6B7A8C"/>
                </a:solidFill>
                <a:latin typeface="Canva Sans Medium"/>
                <a:ea typeface="Canva Sans Medium"/>
                <a:cs typeface="Canva Sans Medium"/>
                <a:sym typeface="Canva Sans Medium"/>
              </a:rPr>
              <a:t>Kothari Srusthi </a:t>
            </a:r>
          </a:p>
        </p:txBody>
      </p:sp>
      <p:sp>
        <p:nvSpPr>
          <p:cNvPr name="TextBox 71" id="71"/>
          <p:cNvSpPr txBox="true"/>
          <p:nvPr/>
        </p:nvSpPr>
        <p:spPr>
          <a:xfrm rot="0">
            <a:off x="11023935" y="6428043"/>
            <a:ext cx="2568917" cy="4483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640"/>
              </a:lnSpc>
            </a:pPr>
            <a:r>
              <a:rPr lang="en-US" b="true" sz="2600" u="sng">
                <a:solidFill>
                  <a:srgbClr val="6B7A8C"/>
                </a:solidFill>
                <a:latin typeface="Canva Sans Medium"/>
                <a:ea typeface="Canva Sans Medium"/>
                <a:cs typeface="Canva Sans Medium"/>
                <a:sym typeface="Canva Sans Medium"/>
              </a:rPr>
              <a:t>kalaria Jug </a:t>
            </a:r>
          </a:p>
        </p:txBody>
      </p:sp>
      <p:sp>
        <p:nvSpPr>
          <p:cNvPr name="TextBox 72" id="72"/>
          <p:cNvSpPr txBox="true"/>
          <p:nvPr/>
        </p:nvSpPr>
        <p:spPr>
          <a:xfrm rot="0">
            <a:off x="14354852" y="6428043"/>
            <a:ext cx="2568917" cy="4483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640"/>
              </a:lnSpc>
            </a:pPr>
            <a:r>
              <a:rPr lang="en-US" b="true" sz="2600" u="sng">
                <a:solidFill>
                  <a:srgbClr val="6B7A8C"/>
                </a:solidFill>
                <a:latin typeface="Canva Sans Medium"/>
                <a:ea typeface="Canva Sans Medium"/>
                <a:cs typeface="Canva Sans Medium"/>
                <a:sym typeface="Canva Sans Medium"/>
              </a:rPr>
              <a:t>kotecha Vansh </a:t>
            </a:r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gradFill rotWithShape="true">
          <a:gsLst>
            <a:gs pos="0">
              <a:srgbClr val="FBFBFB">
                <a:alpha val="100000"/>
              </a:srgbClr>
            </a:gs>
            <a:gs pos="33333">
              <a:srgbClr val="F1F1F1">
                <a:alpha val="66500"/>
              </a:srgbClr>
            </a:gs>
            <a:gs pos="66667">
              <a:srgbClr val="E9E9E9">
                <a:alpha val="67000"/>
              </a:srgbClr>
            </a:gs>
            <a:gs pos="100000">
              <a:srgbClr val="E0E1E3">
                <a:alpha val="25000"/>
              </a:srgbClr>
            </a:gs>
          </a:gsLst>
          <a:lin ang="540000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-1039392">
            <a:off x="-5599131" y="-3928144"/>
            <a:ext cx="29486263" cy="18143288"/>
            <a:chOff x="0" y="0"/>
            <a:chExt cx="39315017" cy="24191051"/>
          </a:xfrm>
        </p:grpSpPr>
        <p:sp>
          <p:nvSpPr>
            <p:cNvPr name="Freeform 3" id="3"/>
            <p:cNvSpPr/>
            <p:nvPr/>
          </p:nvSpPr>
          <p:spPr>
            <a:xfrm flipH="false" flipV="true" rot="0">
              <a:off x="10693806" y="890869"/>
              <a:ext cx="13700313" cy="12738888"/>
            </a:xfrm>
            <a:custGeom>
              <a:avLst/>
              <a:gdLst/>
              <a:ahLst/>
              <a:cxnLst/>
              <a:rect r="r" b="b" t="t" l="l"/>
              <a:pathLst>
                <a:path h="12738888" w="13700313">
                  <a:moveTo>
                    <a:pt x="0" y="12738888"/>
                  </a:moveTo>
                  <a:lnTo>
                    <a:pt x="13700313" y="12738888"/>
                  </a:lnTo>
                  <a:lnTo>
                    <a:pt x="13700313" y="0"/>
                  </a:lnTo>
                  <a:lnTo>
                    <a:pt x="0" y="0"/>
                  </a:lnTo>
                  <a:lnTo>
                    <a:pt x="0" y="12738888"/>
                  </a:lnTo>
                  <a:close/>
                </a:path>
              </a:pathLst>
            </a:custGeom>
            <a:blipFill>
              <a:blip r:embed="rId2">
                <a:alphaModFix amt="10999"/>
              </a:blip>
              <a:stretch>
                <a:fillRect l="0" t="0" r="0" b="0"/>
              </a:stretch>
            </a:blipFill>
          </p:spPr>
        </p:sp>
        <p:sp>
          <p:nvSpPr>
            <p:cNvPr name="Freeform 4" id="4"/>
            <p:cNvSpPr/>
            <p:nvPr/>
          </p:nvSpPr>
          <p:spPr>
            <a:xfrm flipH="false" flipV="true" rot="0">
              <a:off x="21387611" y="0"/>
              <a:ext cx="13700313" cy="12738888"/>
            </a:xfrm>
            <a:custGeom>
              <a:avLst/>
              <a:gdLst/>
              <a:ahLst/>
              <a:cxnLst/>
              <a:rect r="r" b="b" t="t" l="l"/>
              <a:pathLst>
                <a:path h="12738888" w="13700313">
                  <a:moveTo>
                    <a:pt x="0" y="12738888"/>
                  </a:moveTo>
                  <a:lnTo>
                    <a:pt x="13700314" y="12738888"/>
                  </a:lnTo>
                  <a:lnTo>
                    <a:pt x="13700314" y="0"/>
                  </a:lnTo>
                  <a:lnTo>
                    <a:pt x="0" y="0"/>
                  </a:lnTo>
                  <a:lnTo>
                    <a:pt x="0" y="12738888"/>
                  </a:lnTo>
                  <a:close/>
                </a:path>
              </a:pathLst>
            </a:custGeom>
            <a:blipFill>
              <a:blip r:embed="rId2">
                <a:alphaModFix amt="10999"/>
              </a:blip>
              <a:stretch>
                <a:fillRect l="0" t="0" r="0" b="0"/>
              </a:stretch>
            </a:blipFill>
          </p:spPr>
        </p:sp>
        <p:sp>
          <p:nvSpPr>
            <p:cNvPr name="Freeform 5" id="5"/>
            <p:cNvSpPr/>
            <p:nvPr/>
          </p:nvSpPr>
          <p:spPr>
            <a:xfrm flipH="true" flipV="false" rot="0">
              <a:off x="25614703" y="9670425"/>
              <a:ext cx="13700313" cy="12738888"/>
            </a:xfrm>
            <a:custGeom>
              <a:avLst/>
              <a:gdLst/>
              <a:ahLst/>
              <a:cxnLst/>
              <a:rect r="r" b="b" t="t" l="l"/>
              <a:pathLst>
                <a:path h="12738888" w="13700313">
                  <a:moveTo>
                    <a:pt x="13700314" y="0"/>
                  </a:moveTo>
                  <a:lnTo>
                    <a:pt x="0" y="0"/>
                  </a:lnTo>
                  <a:lnTo>
                    <a:pt x="0" y="12738888"/>
                  </a:lnTo>
                  <a:lnTo>
                    <a:pt x="13700314" y="12738888"/>
                  </a:lnTo>
                  <a:lnTo>
                    <a:pt x="13700314" y="0"/>
                  </a:lnTo>
                  <a:close/>
                </a:path>
              </a:pathLst>
            </a:custGeom>
            <a:blipFill>
              <a:blip r:embed="rId2">
                <a:alphaModFix amt="10999"/>
              </a:blip>
              <a:stretch>
                <a:fillRect l="0" t="0" r="0" b="0"/>
              </a:stretch>
            </a:blipFill>
          </p:spPr>
        </p:sp>
        <p:sp>
          <p:nvSpPr>
            <p:cNvPr name="Freeform 6" id="6"/>
            <p:cNvSpPr/>
            <p:nvPr/>
          </p:nvSpPr>
          <p:spPr>
            <a:xfrm flipH="true" flipV="false" rot="0">
              <a:off x="14920898" y="10561294"/>
              <a:ext cx="13700313" cy="12738888"/>
            </a:xfrm>
            <a:custGeom>
              <a:avLst/>
              <a:gdLst/>
              <a:ahLst/>
              <a:cxnLst/>
              <a:rect r="r" b="b" t="t" l="l"/>
              <a:pathLst>
                <a:path h="12738888" w="13700313">
                  <a:moveTo>
                    <a:pt x="13700313" y="0"/>
                  </a:moveTo>
                  <a:lnTo>
                    <a:pt x="0" y="0"/>
                  </a:lnTo>
                  <a:lnTo>
                    <a:pt x="0" y="12738888"/>
                  </a:lnTo>
                  <a:lnTo>
                    <a:pt x="13700313" y="12738888"/>
                  </a:lnTo>
                  <a:lnTo>
                    <a:pt x="13700313" y="0"/>
                  </a:lnTo>
                  <a:close/>
                </a:path>
              </a:pathLst>
            </a:custGeom>
            <a:blipFill>
              <a:blip r:embed="rId2">
                <a:alphaModFix amt="10999"/>
              </a:blip>
              <a:stretch>
                <a:fillRect l="0" t="0" r="0" b="0"/>
              </a:stretch>
            </a:blipFill>
          </p:spPr>
        </p:sp>
        <p:sp>
          <p:nvSpPr>
            <p:cNvPr name="Freeform 7" id="7"/>
            <p:cNvSpPr/>
            <p:nvPr/>
          </p:nvSpPr>
          <p:spPr>
            <a:xfrm flipH="false" flipV="true" rot="0">
              <a:off x="0" y="1781739"/>
              <a:ext cx="13700313" cy="12738888"/>
            </a:xfrm>
            <a:custGeom>
              <a:avLst/>
              <a:gdLst/>
              <a:ahLst/>
              <a:cxnLst/>
              <a:rect r="r" b="b" t="t" l="l"/>
              <a:pathLst>
                <a:path h="12738888" w="13700313">
                  <a:moveTo>
                    <a:pt x="0" y="12738888"/>
                  </a:moveTo>
                  <a:lnTo>
                    <a:pt x="13700313" y="12738888"/>
                  </a:lnTo>
                  <a:lnTo>
                    <a:pt x="13700313" y="0"/>
                  </a:lnTo>
                  <a:lnTo>
                    <a:pt x="0" y="0"/>
                  </a:lnTo>
                  <a:lnTo>
                    <a:pt x="0" y="12738888"/>
                  </a:lnTo>
                  <a:close/>
                </a:path>
              </a:pathLst>
            </a:custGeom>
            <a:blipFill>
              <a:blip r:embed="rId2">
                <a:alphaModFix amt="10999"/>
              </a:blip>
              <a:stretch>
                <a:fillRect l="0" t="0" r="0" b="0"/>
              </a:stretch>
            </a:blipFill>
          </p:spPr>
        </p:sp>
        <p:sp>
          <p:nvSpPr>
            <p:cNvPr name="Freeform 8" id="8"/>
            <p:cNvSpPr/>
            <p:nvPr/>
          </p:nvSpPr>
          <p:spPr>
            <a:xfrm flipH="true" flipV="false" rot="0">
              <a:off x="4227092" y="11452163"/>
              <a:ext cx="13700313" cy="12738888"/>
            </a:xfrm>
            <a:custGeom>
              <a:avLst/>
              <a:gdLst/>
              <a:ahLst/>
              <a:cxnLst/>
              <a:rect r="r" b="b" t="t" l="l"/>
              <a:pathLst>
                <a:path h="12738888" w="13700313">
                  <a:moveTo>
                    <a:pt x="13700313" y="0"/>
                  </a:moveTo>
                  <a:lnTo>
                    <a:pt x="0" y="0"/>
                  </a:lnTo>
                  <a:lnTo>
                    <a:pt x="0" y="12738888"/>
                  </a:lnTo>
                  <a:lnTo>
                    <a:pt x="13700313" y="12738888"/>
                  </a:lnTo>
                  <a:lnTo>
                    <a:pt x="13700313" y="0"/>
                  </a:lnTo>
                  <a:close/>
                </a:path>
              </a:pathLst>
            </a:custGeom>
            <a:blipFill>
              <a:blip r:embed="rId2">
                <a:alphaModFix amt="10999"/>
              </a:blip>
              <a:stretch>
                <a:fillRect l="0" t="0" r="0" b="0"/>
              </a:stretch>
            </a:blipFill>
          </p:spPr>
        </p:sp>
      </p:grpSp>
      <p:grpSp>
        <p:nvGrpSpPr>
          <p:cNvPr name="Group 9" id="9"/>
          <p:cNvGrpSpPr/>
          <p:nvPr/>
        </p:nvGrpSpPr>
        <p:grpSpPr>
          <a:xfrm rot="0">
            <a:off x="328767" y="360263"/>
            <a:ext cx="17630466" cy="9566473"/>
            <a:chOff x="0" y="0"/>
            <a:chExt cx="23507288" cy="12755298"/>
          </a:xfrm>
        </p:grpSpPr>
        <p:grpSp>
          <p:nvGrpSpPr>
            <p:cNvPr name="Group 10" id="10"/>
            <p:cNvGrpSpPr/>
            <p:nvPr/>
          </p:nvGrpSpPr>
          <p:grpSpPr>
            <a:xfrm rot="0">
              <a:off x="0" y="7832412"/>
              <a:ext cx="63500" cy="4922886"/>
              <a:chOff x="0" y="0"/>
              <a:chExt cx="12543" cy="972422"/>
            </a:xfrm>
          </p:grpSpPr>
          <p:sp>
            <p:nvSpPr>
              <p:cNvPr name="Freeform 11" id="11"/>
              <p:cNvSpPr/>
              <p:nvPr/>
            </p:nvSpPr>
            <p:spPr>
              <a:xfrm flipH="false" flipV="false" rot="0">
                <a:off x="0" y="0"/>
                <a:ext cx="12543" cy="972422"/>
              </a:xfrm>
              <a:custGeom>
                <a:avLst/>
                <a:gdLst/>
                <a:ahLst/>
                <a:cxnLst/>
                <a:rect r="r" b="b" t="t" l="l"/>
                <a:pathLst>
                  <a:path h="972422" w="12543">
                    <a:moveTo>
                      <a:pt x="0" y="0"/>
                    </a:moveTo>
                    <a:lnTo>
                      <a:pt x="12543" y="0"/>
                    </a:lnTo>
                    <a:lnTo>
                      <a:pt x="12543" y="972422"/>
                    </a:lnTo>
                    <a:lnTo>
                      <a:pt x="0" y="972422"/>
                    </a:lnTo>
                    <a:close/>
                  </a:path>
                </a:pathLst>
              </a:custGeom>
              <a:solidFill>
                <a:srgbClr val="17415F"/>
              </a:solidFill>
            </p:spPr>
          </p:sp>
          <p:sp>
            <p:nvSpPr>
              <p:cNvPr name="TextBox 12" id="12"/>
              <p:cNvSpPr txBox="true"/>
              <p:nvPr/>
            </p:nvSpPr>
            <p:spPr>
              <a:xfrm>
                <a:off x="0" y="-38100"/>
                <a:ext cx="12543" cy="1010522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grpSp>
          <p:nvGrpSpPr>
            <p:cNvPr name="Group 13" id="13"/>
            <p:cNvGrpSpPr/>
            <p:nvPr/>
          </p:nvGrpSpPr>
          <p:grpSpPr>
            <a:xfrm rot="-5400000">
              <a:off x="6920832" y="5834466"/>
              <a:ext cx="63500" cy="13778164"/>
              <a:chOff x="0" y="0"/>
              <a:chExt cx="12543" cy="2721613"/>
            </a:xfrm>
          </p:grpSpPr>
          <p:sp>
            <p:nvSpPr>
              <p:cNvPr name="Freeform 14" id="14"/>
              <p:cNvSpPr/>
              <p:nvPr/>
            </p:nvSpPr>
            <p:spPr>
              <a:xfrm flipH="false" flipV="false" rot="0">
                <a:off x="0" y="0"/>
                <a:ext cx="12543" cy="2721613"/>
              </a:xfrm>
              <a:custGeom>
                <a:avLst/>
                <a:gdLst/>
                <a:ahLst/>
                <a:cxnLst/>
                <a:rect r="r" b="b" t="t" l="l"/>
                <a:pathLst>
                  <a:path h="2721613" w="12543">
                    <a:moveTo>
                      <a:pt x="0" y="0"/>
                    </a:moveTo>
                    <a:lnTo>
                      <a:pt x="12543" y="0"/>
                    </a:lnTo>
                    <a:lnTo>
                      <a:pt x="12543" y="2721613"/>
                    </a:lnTo>
                    <a:lnTo>
                      <a:pt x="0" y="2721613"/>
                    </a:lnTo>
                    <a:close/>
                  </a:path>
                </a:pathLst>
              </a:custGeom>
              <a:solidFill>
                <a:srgbClr val="17415F"/>
              </a:solidFill>
            </p:spPr>
          </p:sp>
          <p:sp>
            <p:nvSpPr>
              <p:cNvPr name="TextBox 15" id="15"/>
              <p:cNvSpPr txBox="true"/>
              <p:nvPr/>
            </p:nvSpPr>
            <p:spPr>
              <a:xfrm>
                <a:off x="0" y="-38100"/>
                <a:ext cx="12543" cy="2759713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grpSp>
          <p:nvGrpSpPr>
            <p:cNvPr name="Group 16" id="16"/>
            <p:cNvGrpSpPr/>
            <p:nvPr/>
          </p:nvGrpSpPr>
          <p:grpSpPr>
            <a:xfrm rot="-10800000">
              <a:off x="23443788" y="0"/>
              <a:ext cx="63500" cy="4922886"/>
              <a:chOff x="0" y="0"/>
              <a:chExt cx="12543" cy="972422"/>
            </a:xfrm>
          </p:grpSpPr>
          <p:sp>
            <p:nvSpPr>
              <p:cNvPr name="Freeform 17" id="17"/>
              <p:cNvSpPr/>
              <p:nvPr/>
            </p:nvSpPr>
            <p:spPr>
              <a:xfrm flipH="false" flipV="false" rot="0">
                <a:off x="0" y="0"/>
                <a:ext cx="12543" cy="972422"/>
              </a:xfrm>
              <a:custGeom>
                <a:avLst/>
                <a:gdLst/>
                <a:ahLst/>
                <a:cxnLst/>
                <a:rect r="r" b="b" t="t" l="l"/>
                <a:pathLst>
                  <a:path h="972422" w="12543">
                    <a:moveTo>
                      <a:pt x="0" y="0"/>
                    </a:moveTo>
                    <a:lnTo>
                      <a:pt x="12543" y="0"/>
                    </a:lnTo>
                    <a:lnTo>
                      <a:pt x="12543" y="972422"/>
                    </a:lnTo>
                    <a:lnTo>
                      <a:pt x="0" y="972422"/>
                    </a:lnTo>
                    <a:close/>
                  </a:path>
                </a:pathLst>
              </a:custGeom>
              <a:solidFill>
                <a:srgbClr val="17415F"/>
              </a:solidFill>
            </p:spPr>
          </p:sp>
          <p:sp>
            <p:nvSpPr>
              <p:cNvPr name="TextBox 18" id="18"/>
              <p:cNvSpPr txBox="true"/>
              <p:nvPr/>
            </p:nvSpPr>
            <p:spPr>
              <a:xfrm>
                <a:off x="0" y="-38100"/>
                <a:ext cx="12543" cy="1010522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grpSp>
          <p:nvGrpSpPr>
            <p:cNvPr name="Group 19" id="19"/>
            <p:cNvGrpSpPr/>
            <p:nvPr/>
          </p:nvGrpSpPr>
          <p:grpSpPr>
            <a:xfrm rot="5400000">
              <a:off x="16522956" y="-6857332"/>
              <a:ext cx="63500" cy="13778164"/>
              <a:chOff x="0" y="0"/>
              <a:chExt cx="12543" cy="2721613"/>
            </a:xfrm>
          </p:grpSpPr>
          <p:sp>
            <p:nvSpPr>
              <p:cNvPr name="Freeform 20" id="20"/>
              <p:cNvSpPr/>
              <p:nvPr/>
            </p:nvSpPr>
            <p:spPr>
              <a:xfrm flipH="false" flipV="false" rot="0">
                <a:off x="0" y="0"/>
                <a:ext cx="12543" cy="2721613"/>
              </a:xfrm>
              <a:custGeom>
                <a:avLst/>
                <a:gdLst/>
                <a:ahLst/>
                <a:cxnLst/>
                <a:rect r="r" b="b" t="t" l="l"/>
                <a:pathLst>
                  <a:path h="2721613" w="12543">
                    <a:moveTo>
                      <a:pt x="0" y="0"/>
                    </a:moveTo>
                    <a:lnTo>
                      <a:pt x="12543" y="0"/>
                    </a:lnTo>
                    <a:lnTo>
                      <a:pt x="12543" y="2721613"/>
                    </a:lnTo>
                    <a:lnTo>
                      <a:pt x="0" y="2721613"/>
                    </a:lnTo>
                    <a:close/>
                  </a:path>
                </a:pathLst>
              </a:custGeom>
              <a:solidFill>
                <a:srgbClr val="17415F"/>
              </a:solidFill>
            </p:spPr>
          </p:sp>
          <p:sp>
            <p:nvSpPr>
              <p:cNvPr name="TextBox 21" id="21"/>
              <p:cNvSpPr txBox="true"/>
              <p:nvPr/>
            </p:nvSpPr>
            <p:spPr>
              <a:xfrm>
                <a:off x="0" y="-38100"/>
                <a:ext cx="12543" cy="2759713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grpSp>
          <p:nvGrpSpPr>
            <p:cNvPr name="Group 22" id="22"/>
            <p:cNvGrpSpPr/>
            <p:nvPr/>
          </p:nvGrpSpPr>
          <p:grpSpPr>
            <a:xfrm rot="-10800000">
              <a:off x="22957231" y="413305"/>
              <a:ext cx="63500" cy="1669468"/>
              <a:chOff x="0" y="0"/>
              <a:chExt cx="12543" cy="329771"/>
            </a:xfrm>
          </p:grpSpPr>
          <p:sp>
            <p:nvSpPr>
              <p:cNvPr name="Freeform 23" id="23"/>
              <p:cNvSpPr/>
              <p:nvPr/>
            </p:nvSpPr>
            <p:spPr>
              <a:xfrm flipH="false" flipV="false" rot="0">
                <a:off x="0" y="0"/>
                <a:ext cx="12543" cy="329771"/>
              </a:xfrm>
              <a:custGeom>
                <a:avLst/>
                <a:gdLst/>
                <a:ahLst/>
                <a:cxnLst/>
                <a:rect r="r" b="b" t="t" l="l"/>
                <a:pathLst>
                  <a:path h="329771" w="12543">
                    <a:moveTo>
                      <a:pt x="0" y="0"/>
                    </a:moveTo>
                    <a:lnTo>
                      <a:pt x="12543" y="0"/>
                    </a:lnTo>
                    <a:lnTo>
                      <a:pt x="12543" y="329771"/>
                    </a:lnTo>
                    <a:lnTo>
                      <a:pt x="0" y="329771"/>
                    </a:lnTo>
                    <a:close/>
                  </a:path>
                </a:pathLst>
              </a:custGeom>
              <a:solidFill>
                <a:srgbClr val="17415F"/>
              </a:solidFill>
            </p:spPr>
          </p:sp>
          <p:sp>
            <p:nvSpPr>
              <p:cNvPr name="TextBox 24" id="24"/>
              <p:cNvSpPr txBox="true"/>
              <p:nvPr/>
            </p:nvSpPr>
            <p:spPr>
              <a:xfrm>
                <a:off x="0" y="-38100"/>
                <a:ext cx="12543" cy="367871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grpSp>
          <p:nvGrpSpPr>
            <p:cNvPr name="Group 25" id="25"/>
            <p:cNvGrpSpPr/>
            <p:nvPr/>
          </p:nvGrpSpPr>
          <p:grpSpPr>
            <a:xfrm rot="5400000">
              <a:off x="20138971" y="-2378926"/>
              <a:ext cx="63500" cy="5647961"/>
              <a:chOff x="0" y="0"/>
              <a:chExt cx="12543" cy="1115647"/>
            </a:xfrm>
          </p:grpSpPr>
          <p:sp>
            <p:nvSpPr>
              <p:cNvPr name="Freeform 26" id="26"/>
              <p:cNvSpPr/>
              <p:nvPr/>
            </p:nvSpPr>
            <p:spPr>
              <a:xfrm flipH="false" flipV="false" rot="0">
                <a:off x="0" y="0"/>
                <a:ext cx="12543" cy="1115647"/>
              </a:xfrm>
              <a:custGeom>
                <a:avLst/>
                <a:gdLst/>
                <a:ahLst/>
                <a:cxnLst/>
                <a:rect r="r" b="b" t="t" l="l"/>
                <a:pathLst>
                  <a:path h="1115647" w="12543">
                    <a:moveTo>
                      <a:pt x="0" y="0"/>
                    </a:moveTo>
                    <a:lnTo>
                      <a:pt x="12543" y="0"/>
                    </a:lnTo>
                    <a:lnTo>
                      <a:pt x="12543" y="1115647"/>
                    </a:lnTo>
                    <a:lnTo>
                      <a:pt x="0" y="1115647"/>
                    </a:lnTo>
                    <a:close/>
                  </a:path>
                </a:pathLst>
              </a:custGeom>
              <a:solidFill>
                <a:srgbClr val="17415F"/>
              </a:solidFill>
            </p:spPr>
          </p:sp>
          <p:sp>
            <p:nvSpPr>
              <p:cNvPr name="TextBox 27" id="27"/>
              <p:cNvSpPr txBox="true"/>
              <p:nvPr/>
            </p:nvSpPr>
            <p:spPr>
              <a:xfrm>
                <a:off x="0" y="-38100"/>
                <a:ext cx="12543" cy="1153747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grpSp>
          <p:nvGrpSpPr>
            <p:cNvPr name="Group 28" id="28"/>
            <p:cNvGrpSpPr/>
            <p:nvPr/>
          </p:nvGrpSpPr>
          <p:grpSpPr>
            <a:xfrm rot="0">
              <a:off x="486556" y="10672525"/>
              <a:ext cx="63500" cy="1669468"/>
              <a:chOff x="0" y="0"/>
              <a:chExt cx="12543" cy="329771"/>
            </a:xfrm>
          </p:grpSpPr>
          <p:sp>
            <p:nvSpPr>
              <p:cNvPr name="Freeform 29" id="29"/>
              <p:cNvSpPr/>
              <p:nvPr/>
            </p:nvSpPr>
            <p:spPr>
              <a:xfrm flipH="false" flipV="false" rot="0">
                <a:off x="0" y="0"/>
                <a:ext cx="12543" cy="329771"/>
              </a:xfrm>
              <a:custGeom>
                <a:avLst/>
                <a:gdLst/>
                <a:ahLst/>
                <a:cxnLst/>
                <a:rect r="r" b="b" t="t" l="l"/>
                <a:pathLst>
                  <a:path h="329771" w="12543">
                    <a:moveTo>
                      <a:pt x="0" y="0"/>
                    </a:moveTo>
                    <a:lnTo>
                      <a:pt x="12543" y="0"/>
                    </a:lnTo>
                    <a:lnTo>
                      <a:pt x="12543" y="329771"/>
                    </a:lnTo>
                    <a:lnTo>
                      <a:pt x="0" y="329771"/>
                    </a:lnTo>
                    <a:close/>
                  </a:path>
                </a:pathLst>
              </a:custGeom>
              <a:solidFill>
                <a:srgbClr val="17415F"/>
              </a:solidFill>
            </p:spPr>
          </p:sp>
          <p:sp>
            <p:nvSpPr>
              <p:cNvPr name="TextBox 30" id="30"/>
              <p:cNvSpPr txBox="true"/>
              <p:nvPr/>
            </p:nvSpPr>
            <p:spPr>
              <a:xfrm>
                <a:off x="0" y="-38100"/>
                <a:ext cx="12543" cy="367871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grpSp>
          <p:nvGrpSpPr>
            <p:cNvPr name="Group 31" id="31"/>
            <p:cNvGrpSpPr/>
            <p:nvPr/>
          </p:nvGrpSpPr>
          <p:grpSpPr>
            <a:xfrm rot="-5400000">
              <a:off x="3304817" y="9486262"/>
              <a:ext cx="63500" cy="5647961"/>
              <a:chOff x="0" y="0"/>
              <a:chExt cx="12543" cy="1115647"/>
            </a:xfrm>
          </p:grpSpPr>
          <p:sp>
            <p:nvSpPr>
              <p:cNvPr name="Freeform 32" id="32"/>
              <p:cNvSpPr/>
              <p:nvPr/>
            </p:nvSpPr>
            <p:spPr>
              <a:xfrm flipH="false" flipV="false" rot="0">
                <a:off x="0" y="0"/>
                <a:ext cx="12543" cy="1115647"/>
              </a:xfrm>
              <a:custGeom>
                <a:avLst/>
                <a:gdLst/>
                <a:ahLst/>
                <a:cxnLst/>
                <a:rect r="r" b="b" t="t" l="l"/>
                <a:pathLst>
                  <a:path h="1115647" w="12543">
                    <a:moveTo>
                      <a:pt x="0" y="0"/>
                    </a:moveTo>
                    <a:lnTo>
                      <a:pt x="12543" y="0"/>
                    </a:lnTo>
                    <a:lnTo>
                      <a:pt x="12543" y="1115647"/>
                    </a:lnTo>
                    <a:lnTo>
                      <a:pt x="0" y="1115647"/>
                    </a:lnTo>
                    <a:close/>
                  </a:path>
                </a:pathLst>
              </a:custGeom>
              <a:solidFill>
                <a:srgbClr val="17415F"/>
              </a:solidFill>
            </p:spPr>
          </p:sp>
          <p:sp>
            <p:nvSpPr>
              <p:cNvPr name="TextBox 33" id="33"/>
              <p:cNvSpPr txBox="true"/>
              <p:nvPr/>
            </p:nvSpPr>
            <p:spPr>
              <a:xfrm>
                <a:off x="0" y="-38100"/>
                <a:ext cx="12543" cy="1153747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</p:grpSp>
      <p:sp>
        <p:nvSpPr>
          <p:cNvPr name="TextBox 34" id="34"/>
          <p:cNvSpPr txBox="true"/>
          <p:nvPr/>
        </p:nvSpPr>
        <p:spPr>
          <a:xfrm rot="0">
            <a:off x="3253392" y="885825"/>
            <a:ext cx="11781216" cy="12033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9800"/>
              </a:lnSpc>
            </a:pPr>
            <a:r>
              <a:rPr lang="en-US" b="true" sz="7000">
                <a:solidFill>
                  <a:srgbClr val="3E526A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INT</a:t>
            </a:r>
            <a:r>
              <a:rPr lang="en-US" b="true" sz="7000">
                <a:solidFill>
                  <a:srgbClr val="3E526A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RODUCTION</a:t>
            </a:r>
          </a:p>
        </p:txBody>
      </p:sp>
      <p:sp>
        <p:nvSpPr>
          <p:cNvPr name="TextBox 35" id="35"/>
          <p:cNvSpPr txBox="true"/>
          <p:nvPr/>
        </p:nvSpPr>
        <p:spPr>
          <a:xfrm rot="0">
            <a:off x="1028700" y="3042285"/>
            <a:ext cx="9513482" cy="26479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647700" indent="-323850" lvl="1">
              <a:lnSpc>
                <a:spcPts val="4200"/>
              </a:lnSpc>
              <a:buFont typeface="Arial"/>
              <a:buChar char="•"/>
            </a:pPr>
            <a:r>
              <a:rPr lang="en-US" b="true" sz="3000" u="sng">
                <a:solidFill>
                  <a:srgbClr val="17415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What Is Dia</a:t>
            </a:r>
            <a:r>
              <a:rPr lang="en-US" b="true" sz="3000" u="sng">
                <a:solidFill>
                  <a:srgbClr val="17415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betic Retinopathy?</a:t>
            </a:r>
          </a:p>
          <a:p>
            <a:pPr algn="l" marL="647700" indent="-323850" lvl="1">
              <a:lnSpc>
                <a:spcPts val="4200"/>
              </a:lnSpc>
              <a:buFont typeface="Arial"/>
              <a:buChar char="•"/>
            </a:pPr>
            <a:r>
              <a:rPr lang="en-US" sz="3000">
                <a:solidFill>
                  <a:srgbClr val="17415F"/>
                </a:solidFill>
                <a:latin typeface="Canva Sans"/>
                <a:ea typeface="Canva Sans"/>
                <a:cs typeface="Canva Sans"/>
                <a:sym typeface="Canva Sans"/>
              </a:rPr>
              <a:t>Diabetic Retinopathy (DR) is a diabetes-related eye condition in which elevated blood glucose can damage the blood vessels of the retina, the light-sensitive tissue at the back of the eye.</a:t>
            </a:r>
          </a:p>
        </p:txBody>
      </p:sp>
      <p:grpSp>
        <p:nvGrpSpPr>
          <p:cNvPr name="Group 36" id="36"/>
          <p:cNvGrpSpPr/>
          <p:nvPr/>
        </p:nvGrpSpPr>
        <p:grpSpPr>
          <a:xfrm rot="0">
            <a:off x="13955824" y="6587618"/>
            <a:ext cx="6666800" cy="4085592"/>
            <a:chOff x="0" y="0"/>
            <a:chExt cx="8889067" cy="5447455"/>
          </a:xfrm>
        </p:grpSpPr>
        <p:grpSp>
          <p:nvGrpSpPr>
            <p:cNvPr name="Group 37" id="37"/>
            <p:cNvGrpSpPr/>
            <p:nvPr/>
          </p:nvGrpSpPr>
          <p:grpSpPr>
            <a:xfrm rot="-10800000">
              <a:off x="2663403" y="0"/>
              <a:ext cx="6225663" cy="5447455"/>
              <a:chOff x="0" y="0"/>
              <a:chExt cx="812800" cy="711200"/>
            </a:xfrm>
          </p:grpSpPr>
          <p:sp>
            <p:nvSpPr>
              <p:cNvPr name="Freeform 38" id="38"/>
              <p:cNvSpPr/>
              <p:nvPr/>
            </p:nvSpPr>
            <p:spPr>
              <a:xfrm flipH="false" flipV="false" rot="0">
                <a:off x="0" y="0"/>
                <a:ext cx="812800" cy="711200"/>
              </a:xfrm>
              <a:custGeom>
                <a:avLst/>
                <a:gdLst/>
                <a:ahLst/>
                <a:cxnLst/>
                <a:rect r="r" b="b" t="t" l="l"/>
                <a:pathLst>
                  <a:path h="711200" w="812800">
                    <a:moveTo>
                      <a:pt x="406400" y="711200"/>
                    </a:moveTo>
                    <a:lnTo>
                      <a:pt x="812800" y="0"/>
                    </a:lnTo>
                    <a:lnTo>
                      <a:pt x="0" y="0"/>
                    </a:lnTo>
                    <a:lnTo>
                      <a:pt x="406400" y="711200"/>
                    </a:lnTo>
                    <a:close/>
                  </a:path>
                </a:pathLst>
              </a:custGeom>
              <a:solidFill>
                <a:srgbClr val="6B7A8C"/>
              </a:solidFill>
            </p:spPr>
          </p:sp>
          <p:sp>
            <p:nvSpPr>
              <p:cNvPr name="TextBox 39" id="39"/>
              <p:cNvSpPr txBox="true"/>
              <p:nvPr/>
            </p:nvSpPr>
            <p:spPr>
              <a:xfrm>
                <a:off x="127000" y="12700"/>
                <a:ext cx="558800" cy="36830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grpSp>
          <p:nvGrpSpPr>
            <p:cNvPr name="Group 40" id="40"/>
            <p:cNvGrpSpPr/>
            <p:nvPr/>
          </p:nvGrpSpPr>
          <p:grpSpPr>
            <a:xfrm rot="-10800000">
              <a:off x="0" y="3821268"/>
              <a:ext cx="5776235" cy="1261779"/>
              <a:chOff x="0" y="0"/>
              <a:chExt cx="1140985" cy="249240"/>
            </a:xfrm>
          </p:grpSpPr>
          <p:sp>
            <p:nvSpPr>
              <p:cNvPr name="Freeform 41" id="41"/>
              <p:cNvSpPr/>
              <p:nvPr/>
            </p:nvSpPr>
            <p:spPr>
              <a:xfrm flipH="false" flipV="false" rot="0">
                <a:off x="0" y="0"/>
                <a:ext cx="1140985" cy="249240"/>
              </a:xfrm>
              <a:custGeom>
                <a:avLst/>
                <a:gdLst/>
                <a:ahLst/>
                <a:cxnLst/>
                <a:rect r="r" b="b" t="t" l="l"/>
                <a:pathLst>
                  <a:path h="249240" w="1140985">
                    <a:moveTo>
                      <a:pt x="203200" y="0"/>
                    </a:moveTo>
                    <a:lnTo>
                      <a:pt x="1140985" y="0"/>
                    </a:lnTo>
                    <a:lnTo>
                      <a:pt x="937785" y="249240"/>
                    </a:lnTo>
                    <a:lnTo>
                      <a:pt x="0" y="249240"/>
                    </a:lnTo>
                    <a:lnTo>
                      <a:pt x="203200" y="0"/>
                    </a:lnTo>
                    <a:close/>
                  </a:path>
                </a:pathLst>
              </a:custGeom>
              <a:solidFill>
                <a:srgbClr val="88A5C4"/>
              </a:solidFill>
            </p:spPr>
          </p:sp>
          <p:sp>
            <p:nvSpPr>
              <p:cNvPr name="TextBox 42" id="42"/>
              <p:cNvSpPr txBox="true"/>
              <p:nvPr/>
            </p:nvSpPr>
            <p:spPr>
              <a:xfrm>
                <a:off x="101600" y="-38100"/>
                <a:ext cx="937785" cy="28734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grpSp>
          <p:nvGrpSpPr>
            <p:cNvPr name="Group 43" id="43"/>
            <p:cNvGrpSpPr/>
            <p:nvPr/>
          </p:nvGrpSpPr>
          <p:grpSpPr>
            <a:xfrm rot="-10800000">
              <a:off x="3094536" y="2203713"/>
              <a:ext cx="1551081" cy="1357196"/>
              <a:chOff x="0" y="0"/>
              <a:chExt cx="812800" cy="711200"/>
            </a:xfrm>
          </p:grpSpPr>
          <p:sp>
            <p:nvSpPr>
              <p:cNvPr name="Freeform 44" id="44"/>
              <p:cNvSpPr/>
              <p:nvPr/>
            </p:nvSpPr>
            <p:spPr>
              <a:xfrm flipH="false" flipV="false" rot="0">
                <a:off x="0" y="0"/>
                <a:ext cx="812800" cy="711200"/>
              </a:xfrm>
              <a:custGeom>
                <a:avLst/>
                <a:gdLst/>
                <a:ahLst/>
                <a:cxnLst/>
                <a:rect r="r" b="b" t="t" l="l"/>
                <a:pathLst>
                  <a:path h="711200" w="812800">
                    <a:moveTo>
                      <a:pt x="406400" y="711200"/>
                    </a:moveTo>
                    <a:lnTo>
                      <a:pt x="812800" y="0"/>
                    </a:lnTo>
                    <a:lnTo>
                      <a:pt x="0" y="0"/>
                    </a:lnTo>
                    <a:lnTo>
                      <a:pt x="406400" y="711200"/>
                    </a:lnTo>
                    <a:close/>
                  </a:path>
                </a:pathLst>
              </a:custGeom>
              <a:solidFill>
                <a:srgbClr val="A5B4C7"/>
              </a:solidFill>
            </p:spPr>
          </p:sp>
          <p:sp>
            <p:nvSpPr>
              <p:cNvPr name="TextBox 45" id="45"/>
              <p:cNvSpPr txBox="true"/>
              <p:nvPr/>
            </p:nvSpPr>
            <p:spPr>
              <a:xfrm>
                <a:off x="127000" y="12700"/>
                <a:ext cx="558800" cy="36830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</p:grpSp>
      <p:grpSp>
        <p:nvGrpSpPr>
          <p:cNvPr name="Group 46" id="46"/>
          <p:cNvGrpSpPr/>
          <p:nvPr/>
        </p:nvGrpSpPr>
        <p:grpSpPr>
          <a:xfrm rot="-10800000">
            <a:off x="-2304700" y="-378866"/>
            <a:ext cx="6666800" cy="4085592"/>
            <a:chOff x="0" y="0"/>
            <a:chExt cx="8889067" cy="5447455"/>
          </a:xfrm>
        </p:grpSpPr>
        <p:grpSp>
          <p:nvGrpSpPr>
            <p:cNvPr name="Group 47" id="47"/>
            <p:cNvGrpSpPr/>
            <p:nvPr/>
          </p:nvGrpSpPr>
          <p:grpSpPr>
            <a:xfrm rot="-10800000">
              <a:off x="2663403" y="0"/>
              <a:ext cx="6225663" cy="5447455"/>
              <a:chOff x="0" y="0"/>
              <a:chExt cx="812800" cy="711200"/>
            </a:xfrm>
          </p:grpSpPr>
          <p:sp>
            <p:nvSpPr>
              <p:cNvPr name="Freeform 48" id="48"/>
              <p:cNvSpPr/>
              <p:nvPr/>
            </p:nvSpPr>
            <p:spPr>
              <a:xfrm flipH="false" flipV="false" rot="0">
                <a:off x="0" y="0"/>
                <a:ext cx="812800" cy="711200"/>
              </a:xfrm>
              <a:custGeom>
                <a:avLst/>
                <a:gdLst/>
                <a:ahLst/>
                <a:cxnLst/>
                <a:rect r="r" b="b" t="t" l="l"/>
                <a:pathLst>
                  <a:path h="711200" w="812800">
                    <a:moveTo>
                      <a:pt x="406400" y="711200"/>
                    </a:moveTo>
                    <a:lnTo>
                      <a:pt x="812800" y="0"/>
                    </a:lnTo>
                    <a:lnTo>
                      <a:pt x="0" y="0"/>
                    </a:lnTo>
                    <a:lnTo>
                      <a:pt x="406400" y="711200"/>
                    </a:lnTo>
                    <a:close/>
                  </a:path>
                </a:pathLst>
              </a:custGeom>
              <a:solidFill>
                <a:srgbClr val="6B7A8C"/>
              </a:solidFill>
            </p:spPr>
          </p:sp>
          <p:sp>
            <p:nvSpPr>
              <p:cNvPr name="TextBox 49" id="49"/>
              <p:cNvSpPr txBox="true"/>
              <p:nvPr/>
            </p:nvSpPr>
            <p:spPr>
              <a:xfrm>
                <a:off x="127000" y="12700"/>
                <a:ext cx="558800" cy="36830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grpSp>
          <p:nvGrpSpPr>
            <p:cNvPr name="Group 50" id="50"/>
            <p:cNvGrpSpPr/>
            <p:nvPr/>
          </p:nvGrpSpPr>
          <p:grpSpPr>
            <a:xfrm rot="-10800000">
              <a:off x="0" y="3821268"/>
              <a:ext cx="5776235" cy="1261779"/>
              <a:chOff x="0" y="0"/>
              <a:chExt cx="1140985" cy="249240"/>
            </a:xfrm>
          </p:grpSpPr>
          <p:sp>
            <p:nvSpPr>
              <p:cNvPr name="Freeform 51" id="51"/>
              <p:cNvSpPr/>
              <p:nvPr/>
            </p:nvSpPr>
            <p:spPr>
              <a:xfrm flipH="false" flipV="false" rot="0">
                <a:off x="0" y="0"/>
                <a:ext cx="1140985" cy="249240"/>
              </a:xfrm>
              <a:custGeom>
                <a:avLst/>
                <a:gdLst/>
                <a:ahLst/>
                <a:cxnLst/>
                <a:rect r="r" b="b" t="t" l="l"/>
                <a:pathLst>
                  <a:path h="249240" w="1140985">
                    <a:moveTo>
                      <a:pt x="203200" y="0"/>
                    </a:moveTo>
                    <a:lnTo>
                      <a:pt x="1140985" y="0"/>
                    </a:lnTo>
                    <a:lnTo>
                      <a:pt x="937785" y="249240"/>
                    </a:lnTo>
                    <a:lnTo>
                      <a:pt x="0" y="249240"/>
                    </a:lnTo>
                    <a:lnTo>
                      <a:pt x="203200" y="0"/>
                    </a:lnTo>
                    <a:close/>
                  </a:path>
                </a:pathLst>
              </a:custGeom>
              <a:solidFill>
                <a:srgbClr val="88A5C4"/>
              </a:solidFill>
            </p:spPr>
          </p:sp>
          <p:sp>
            <p:nvSpPr>
              <p:cNvPr name="TextBox 52" id="52"/>
              <p:cNvSpPr txBox="true"/>
              <p:nvPr/>
            </p:nvSpPr>
            <p:spPr>
              <a:xfrm>
                <a:off x="101600" y="-38100"/>
                <a:ext cx="937785" cy="28734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grpSp>
          <p:nvGrpSpPr>
            <p:cNvPr name="Group 53" id="53"/>
            <p:cNvGrpSpPr/>
            <p:nvPr/>
          </p:nvGrpSpPr>
          <p:grpSpPr>
            <a:xfrm rot="-10800000">
              <a:off x="3094536" y="2203713"/>
              <a:ext cx="1551081" cy="1357196"/>
              <a:chOff x="0" y="0"/>
              <a:chExt cx="812800" cy="711200"/>
            </a:xfrm>
          </p:grpSpPr>
          <p:sp>
            <p:nvSpPr>
              <p:cNvPr name="Freeform 54" id="54"/>
              <p:cNvSpPr/>
              <p:nvPr/>
            </p:nvSpPr>
            <p:spPr>
              <a:xfrm flipH="false" flipV="false" rot="0">
                <a:off x="0" y="0"/>
                <a:ext cx="812800" cy="711200"/>
              </a:xfrm>
              <a:custGeom>
                <a:avLst/>
                <a:gdLst/>
                <a:ahLst/>
                <a:cxnLst/>
                <a:rect r="r" b="b" t="t" l="l"/>
                <a:pathLst>
                  <a:path h="711200" w="812800">
                    <a:moveTo>
                      <a:pt x="406400" y="711200"/>
                    </a:moveTo>
                    <a:lnTo>
                      <a:pt x="812800" y="0"/>
                    </a:lnTo>
                    <a:lnTo>
                      <a:pt x="0" y="0"/>
                    </a:lnTo>
                    <a:lnTo>
                      <a:pt x="406400" y="711200"/>
                    </a:lnTo>
                    <a:close/>
                  </a:path>
                </a:pathLst>
              </a:custGeom>
              <a:solidFill>
                <a:srgbClr val="A5B4C7"/>
              </a:solidFill>
            </p:spPr>
          </p:sp>
          <p:sp>
            <p:nvSpPr>
              <p:cNvPr name="TextBox 55" id="55"/>
              <p:cNvSpPr txBox="true"/>
              <p:nvPr/>
            </p:nvSpPr>
            <p:spPr>
              <a:xfrm>
                <a:off x="127000" y="12700"/>
                <a:ext cx="558800" cy="36830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</p:grpSp>
      <p:sp>
        <p:nvSpPr>
          <p:cNvPr name="TextBox 56" id="56"/>
          <p:cNvSpPr txBox="true"/>
          <p:nvPr/>
        </p:nvSpPr>
        <p:spPr>
          <a:xfrm rot="0">
            <a:off x="7745818" y="6328410"/>
            <a:ext cx="9513482" cy="21145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647700" indent="-323850" lvl="1">
              <a:lnSpc>
                <a:spcPts val="4200"/>
              </a:lnSpc>
              <a:buFont typeface="Arial"/>
              <a:buChar char="•"/>
            </a:pPr>
            <a:r>
              <a:rPr lang="en-US" b="true" sz="3000" u="sng">
                <a:solidFill>
                  <a:srgbClr val="17415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Our</a:t>
            </a:r>
            <a:r>
              <a:rPr lang="en-US" b="true" sz="3000" u="sng">
                <a:solidFill>
                  <a:srgbClr val="17415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 system aims :</a:t>
            </a:r>
            <a:r>
              <a:rPr lang="en-US" b="true" sz="3000">
                <a:solidFill>
                  <a:srgbClr val="17415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 </a:t>
            </a:r>
          </a:p>
          <a:p>
            <a:pPr algn="l" marL="647700" indent="-323850" lvl="1">
              <a:lnSpc>
                <a:spcPts val="4200"/>
              </a:lnSpc>
              <a:buFont typeface="Arial"/>
              <a:buChar char="•"/>
            </a:pPr>
            <a:r>
              <a:rPr lang="en-US" sz="3000">
                <a:solidFill>
                  <a:srgbClr val="17415F"/>
                </a:solidFill>
                <a:latin typeface="Canva Sans"/>
                <a:ea typeface="Canva Sans"/>
                <a:cs typeface="Canva Sans"/>
                <a:sym typeface="Canva Sans"/>
              </a:rPr>
              <a:t>To classify retinal fundus images into predefined DR severity categories and provide an accompanying visual explanation.</a:t>
            </a:r>
          </a:p>
        </p:txBody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gradFill rotWithShape="true">
          <a:gsLst>
            <a:gs pos="0">
              <a:srgbClr val="FBFBFB">
                <a:alpha val="100000"/>
              </a:srgbClr>
            </a:gs>
            <a:gs pos="33333">
              <a:srgbClr val="F1F1F1">
                <a:alpha val="66500"/>
              </a:srgbClr>
            </a:gs>
            <a:gs pos="66667">
              <a:srgbClr val="E9E9E9">
                <a:alpha val="67000"/>
              </a:srgbClr>
            </a:gs>
            <a:gs pos="100000">
              <a:srgbClr val="E0E1E3">
                <a:alpha val="25000"/>
              </a:srgbClr>
            </a:gs>
          </a:gsLst>
          <a:lin ang="540000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-1039392">
            <a:off x="-5599131" y="-3928144"/>
            <a:ext cx="29486263" cy="18143288"/>
            <a:chOff x="0" y="0"/>
            <a:chExt cx="39315017" cy="24191051"/>
          </a:xfrm>
        </p:grpSpPr>
        <p:sp>
          <p:nvSpPr>
            <p:cNvPr name="Freeform 3" id="3"/>
            <p:cNvSpPr/>
            <p:nvPr/>
          </p:nvSpPr>
          <p:spPr>
            <a:xfrm flipH="false" flipV="true" rot="0">
              <a:off x="10693806" y="890869"/>
              <a:ext cx="13700313" cy="12738888"/>
            </a:xfrm>
            <a:custGeom>
              <a:avLst/>
              <a:gdLst/>
              <a:ahLst/>
              <a:cxnLst/>
              <a:rect r="r" b="b" t="t" l="l"/>
              <a:pathLst>
                <a:path h="12738888" w="13700313">
                  <a:moveTo>
                    <a:pt x="0" y="12738888"/>
                  </a:moveTo>
                  <a:lnTo>
                    <a:pt x="13700313" y="12738888"/>
                  </a:lnTo>
                  <a:lnTo>
                    <a:pt x="13700313" y="0"/>
                  </a:lnTo>
                  <a:lnTo>
                    <a:pt x="0" y="0"/>
                  </a:lnTo>
                  <a:lnTo>
                    <a:pt x="0" y="12738888"/>
                  </a:lnTo>
                  <a:close/>
                </a:path>
              </a:pathLst>
            </a:custGeom>
            <a:blipFill>
              <a:blip r:embed="rId2">
                <a:alphaModFix amt="10999"/>
              </a:blip>
              <a:stretch>
                <a:fillRect l="0" t="0" r="0" b="0"/>
              </a:stretch>
            </a:blipFill>
          </p:spPr>
        </p:sp>
        <p:sp>
          <p:nvSpPr>
            <p:cNvPr name="Freeform 4" id="4"/>
            <p:cNvSpPr/>
            <p:nvPr/>
          </p:nvSpPr>
          <p:spPr>
            <a:xfrm flipH="false" flipV="true" rot="0">
              <a:off x="21387611" y="0"/>
              <a:ext cx="13700313" cy="12738888"/>
            </a:xfrm>
            <a:custGeom>
              <a:avLst/>
              <a:gdLst/>
              <a:ahLst/>
              <a:cxnLst/>
              <a:rect r="r" b="b" t="t" l="l"/>
              <a:pathLst>
                <a:path h="12738888" w="13700313">
                  <a:moveTo>
                    <a:pt x="0" y="12738888"/>
                  </a:moveTo>
                  <a:lnTo>
                    <a:pt x="13700314" y="12738888"/>
                  </a:lnTo>
                  <a:lnTo>
                    <a:pt x="13700314" y="0"/>
                  </a:lnTo>
                  <a:lnTo>
                    <a:pt x="0" y="0"/>
                  </a:lnTo>
                  <a:lnTo>
                    <a:pt x="0" y="12738888"/>
                  </a:lnTo>
                  <a:close/>
                </a:path>
              </a:pathLst>
            </a:custGeom>
            <a:blipFill>
              <a:blip r:embed="rId2">
                <a:alphaModFix amt="10999"/>
              </a:blip>
              <a:stretch>
                <a:fillRect l="0" t="0" r="0" b="0"/>
              </a:stretch>
            </a:blipFill>
          </p:spPr>
        </p:sp>
        <p:sp>
          <p:nvSpPr>
            <p:cNvPr name="Freeform 5" id="5"/>
            <p:cNvSpPr/>
            <p:nvPr/>
          </p:nvSpPr>
          <p:spPr>
            <a:xfrm flipH="true" flipV="false" rot="0">
              <a:off x="25614703" y="9670425"/>
              <a:ext cx="13700313" cy="12738888"/>
            </a:xfrm>
            <a:custGeom>
              <a:avLst/>
              <a:gdLst/>
              <a:ahLst/>
              <a:cxnLst/>
              <a:rect r="r" b="b" t="t" l="l"/>
              <a:pathLst>
                <a:path h="12738888" w="13700313">
                  <a:moveTo>
                    <a:pt x="13700314" y="0"/>
                  </a:moveTo>
                  <a:lnTo>
                    <a:pt x="0" y="0"/>
                  </a:lnTo>
                  <a:lnTo>
                    <a:pt x="0" y="12738888"/>
                  </a:lnTo>
                  <a:lnTo>
                    <a:pt x="13700314" y="12738888"/>
                  </a:lnTo>
                  <a:lnTo>
                    <a:pt x="13700314" y="0"/>
                  </a:lnTo>
                  <a:close/>
                </a:path>
              </a:pathLst>
            </a:custGeom>
            <a:blipFill>
              <a:blip r:embed="rId2">
                <a:alphaModFix amt="10999"/>
              </a:blip>
              <a:stretch>
                <a:fillRect l="0" t="0" r="0" b="0"/>
              </a:stretch>
            </a:blipFill>
          </p:spPr>
        </p:sp>
        <p:sp>
          <p:nvSpPr>
            <p:cNvPr name="Freeform 6" id="6"/>
            <p:cNvSpPr/>
            <p:nvPr/>
          </p:nvSpPr>
          <p:spPr>
            <a:xfrm flipH="true" flipV="false" rot="0">
              <a:off x="14920898" y="10561294"/>
              <a:ext cx="13700313" cy="12738888"/>
            </a:xfrm>
            <a:custGeom>
              <a:avLst/>
              <a:gdLst/>
              <a:ahLst/>
              <a:cxnLst/>
              <a:rect r="r" b="b" t="t" l="l"/>
              <a:pathLst>
                <a:path h="12738888" w="13700313">
                  <a:moveTo>
                    <a:pt x="13700313" y="0"/>
                  </a:moveTo>
                  <a:lnTo>
                    <a:pt x="0" y="0"/>
                  </a:lnTo>
                  <a:lnTo>
                    <a:pt x="0" y="12738888"/>
                  </a:lnTo>
                  <a:lnTo>
                    <a:pt x="13700313" y="12738888"/>
                  </a:lnTo>
                  <a:lnTo>
                    <a:pt x="13700313" y="0"/>
                  </a:lnTo>
                  <a:close/>
                </a:path>
              </a:pathLst>
            </a:custGeom>
            <a:blipFill>
              <a:blip r:embed="rId2">
                <a:alphaModFix amt="10999"/>
              </a:blip>
              <a:stretch>
                <a:fillRect l="0" t="0" r="0" b="0"/>
              </a:stretch>
            </a:blipFill>
          </p:spPr>
        </p:sp>
        <p:sp>
          <p:nvSpPr>
            <p:cNvPr name="Freeform 7" id="7"/>
            <p:cNvSpPr/>
            <p:nvPr/>
          </p:nvSpPr>
          <p:spPr>
            <a:xfrm flipH="false" flipV="true" rot="0">
              <a:off x="0" y="1781739"/>
              <a:ext cx="13700313" cy="12738888"/>
            </a:xfrm>
            <a:custGeom>
              <a:avLst/>
              <a:gdLst/>
              <a:ahLst/>
              <a:cxnLst/>
              <a:rect r="r" b="b" t="t" l="l"/>
              <a:pathLst>
                <a:path h="12738888" w="13700313">
                  <a:moveTo>
                    <a:pt x="0" y="12738888"/>
                  </a:moveTo>
                  <a:lnTo>
                    <a:pt x="13700313" y="12738888"/>
                  </a:lnTo>
                  <a:lnTo>
                    <a:pt x="13700313" y="0"/>
                  </a:lnTo>
                  <a:lnTo>
                    <a:pt x="0" y="0"/>
                  </a:lnTo>
                  <a:lnTo>
                    <a:pt x="0" y="12738888"/>
                  </a:lnTo>
                  <a:close/>
                </a:path>
              </a:pathLst>
            </a:custGeom>
            <a:blipFill>
              <a:blip r:embed="rId2">
                <a:alphaModFix amt="10999"/>
              </a:blip>
              <a:stretch>
                <a:fillRect l="0" t="0" r="0" b="0"/>
              </a:stretch>
            </a:blipFill>
          </p:spPr>
        </p:sp>
        <p:sp>
          <p:nvSpPr>
            <p:cNvPr name="Freeform 8" id="8"/>
            <p:cNvSpPr/>
            <p:nvPr/>
          </p:nvSpPr>
          <p:spPr>
            <a:xfrm flipH="true" flipV="false" rot="0">
              <a:off x="4227092" y="11452163"/>
              <a:ext cx="13700313" cy="12738888"/>
            </a:xfrm>
            <a:custGeom>
              <a:avLst/>
              <a:gdLst/>
              <a:ahLst/>
              <a:cxnLst/>
              <a:rect r="r" b="b" t="t" l="l"/>
              <a:pathLst>
                <a:path h="12738888" w="13700313">
                  <a:moveTo>
                    <a:pt x="13700313" y="0"/>
                  </a:moveTo>
                  <a:lnTo>
                    <a:pt x="0" y="0"/>
                  </a:lnTo>
                  <a:lnTo>
                    <a:pt x="0" y="12738888"/>
                  </a:lnTo>
                  <a:lnTo>
                    <a:pt x="13700313" y="12738888"/>
                  </a:lnTo>
                  <a:lnTo>
                    <a:pt x="13700313" y="0"/>
                  </a:lnTo>
                  <a:close/>
                </a:path>
              </a:pathLst>
            </a:custGeom>
            <a:blipFill>
              <a:blip r:embed="rId2">
                <a:alphaModFix amt="10999"/>
              </a:blip>
              <a:stretch>
                <a:fillRect l="0" t="0" r="0" b="0"/>
              </a:stretch>
            </a:blipFill>
          </p:spPr>
        </p:sp>
      </p:grpSp>
      <p:grpSp>
        <p:nvGrpSpPr>
          <p:cNvPr name="Group 9" id="9"/>
          <p:cNvGrpSpPr/>
          <p:nvPr/>
        </p:nvGrpSpPr>
        <p:grpSpPr>
          <a:xfrm rot="0">
            <a:off x="328767" y="360263"/>
            <a:ext cx="17630466" cy="9566473"/>
            <a:chOff x="0" y="0"/>
            <a:chExt cx="23507288" cy="12755298"/>
          </a:xfrm>
        </p:grpSpPr>
        <p:grpSp>
          <p:nvGrpSpPr>
            <p:cNvPr name="Group 10" id="10"/>
            <p:cNvGrpSpPr/>
            <p:nvPr/>
          </p:nvGrpSpPr>
          <p:grpSpPr>
            <a:xfrm rot="0">
              <a:off x="0" y="7832412"/>
              <a:ext cx="63500" cy="4922886"/>
              <a:chOff x="0" y="0"/>
              <a:chExt cx="12543" cy="972422"/>
            </a:xfrm>
          </p:grpSpPr>
          <p:sp>
            <p:nvSpPr>
              <p:cNvPr name="Freeform 11" id="11"/>
              <p:cNvSpPr/>
              <p:nvPr/>
            </p:nvSpPr>
            <p:spPr>
              <a:xfrm flipH="false" flipV="false" rot="0">
                <a:off x="0" y="0"/>
                <a:ext cx="12543" cy="972422"/>
              </a:xfrm>
              <a:custGeom>
                <a:avLst/>
                <a:gdLst/>
                <a:ahLst/>
                <a:cxnLst/>
                <a:rect r="r" b="b" t="t" l="l"/>
                <a:pathLst>
                  <a:path h="972422" w="12543">
                    <a:moveTo>
                      <a:pt x="0" y="0"/>
                    </a:moveTo>
                    <a:lnTo>
                      <a:pt x="12543" y="0"/>
                    </a:lnTo>
                    <a:lnTo>
                      <a:pt x="12543" y="972422"/>
                    </a:lnTo>
                    <a:lnTo>
                      <a:pt x="0" y="972422"/>
                    </a:lnTo>
                    <a:close/>
                  </a:path>
                </a:pathLst>
              </a:custGeom>
              <a:solidFill>
                <a:srgbClr val="17415F"/>
              </a:solidFill>
            </p:spPr>
          </p:sp>
          <p:sp>
            <p:nvSpPr>
              <p:cNvPr name="TextBox 12" id="12"/>
              <p:cNvSpPr txBox="true"/>
              <p:nvPr/>
            </p:nvSpPr>
            <p:spPr>
              <a:xfrm>
                <a:off x="0" y="-38100"/>
                <a:ext cx="12543" cy="1010522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grpSp>
          <p:nvGrpSpPr>
            <p:cNvPr name="Group 13" id="13"/>
            <p:cNvGrpSpPr/>
            <p:nvPr/>
          </p:nvGrpSpPr>
          <p:grpSpPr>
            <a:xfrm rot="-5400000">
              <a:off x="6920832" y="5834466"/>
              <a:ext cx="63500" cy="13778164"/>
              <a:chOff x="0" y="0"/>
              <a:chExt cx="12543" cy="2721613"/>
            </a:xfrm>
          </p:grpSpPr>
          <p:sp>
            <p:nvSpPr>
              <p:cNvPr name="Freeform 14" id="14"/>
              <p:cNvSpPr/>
              <p:nvPr/>
            </p:nvSpPr>
            <p:spPr>
              <a:xfrm flipH="false" flipV="false" rot="0">
                <a:off x="0" y="0"/>
                <a:ext cx="12543" cy="2721613"/>
              </a:xfrm>
              <a:custGeom>
                <a:avLst/>
                <a:gdLst/>
                <a:ahLst/>
                <a:cxnLst/>
                <a:rect r="r" b="b" t="t" l="l"/>
                <a:pathLst>
                  <a:path h="2721613" w="12543">
                    <a:moveTo>
                      <a:pt x="0" y="0"/>
                    </a:moveTo>
                    <a:lnTo>
                      <a:pt x="12543" y="0"/>
                    </a:lnTo>
                    <a:lnTo>
                      <a:pt x="12543" y="2721613"/>
                    </a:lnTo>
                    <a:lnTo>
                      <a:pt x="0" y="2721613"/>
                    </a:lnTo>
                    <a:close/>
                  </a:path>
                </a:pathLst>
              </a:custGeom>
              <a:solidFill>
                <a:srgbClr val="17415F"/>
              </a:solidFill>
            </p:spPr>
          </p:sp>
          <p:sp>
            <p:nvSpPr>
              <p:cNvPr name="TextBox 15" id="15"/>
              <p:cNvSpPr txBox="true"/>
              <p:nvPr/>
            </p:nvSpPr>
            <p:spPr>
              <a:xfrm>
                <a:off x="0" y="-38100"/>
                <a:ext cx="12543" cy="2759713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grpSp>
          <p:nvGrpSpPr>
            <p:cNvPr name="Group 16" id="16"/>
            <p:cNvGrpSpPr/>
            <p:nvPr/>
          </p:nvGrpSpPr>
          <p:grpSpPr>
            <a:xfrm rot="-10800000">
              <a:off x="23443788" y="0"/>
              <a:ext cx="63500" cy="4922886"/>
              <a:chOff x="0" y="0"/>
              <a:chExt cx="12543" cy="972422"/>
            </a:xfrm>
          </p:grpSpPr>
          <p:sp>
            <p:nvSpPr>
              <p:cNvPr name="Freeform 17" id="17"/>
              <p:cNvSpPr/>
              <p:nvPr/>
            </p:nvSpPr>
            <p:spPr>
              <a:xfrm flipH="false" flipV="false" rot="0">
                <a:off x="0" y="0"/>
                <a:ext cx="12543" cy="972422"/>
              </a:xfrm>
              <a:custGeom>
                <a:avLst/>
                <a:gdLst/>
                <a:ahLst/>
                <a:cxnLst/>
                <a:rect r="r" b="b" t="t" l="l"/>
                <a:pathLst>
                  <a:path h="972422" w="12543">
                    <a:moveTo>
                      <a:pt x="0" y="0"/>
                    </a:moveTo>
                    <a:lnTo>
                      <a:pt x="12543" y="0"/>
                    </a:lnTo>
                    <a:lnTo>
                      <a:pt x="12543" y="972422"/>
                    </a:lnTo>
                    <a:lnTo>
                      <a:pt x="0" y="972422"/>
                    </a:lnTo>
                    <a:close/>
                  </a:path>
                </a:pathLst>
              </a:custGeom>
              <a:solidFill>
                <a:srgbClr val="17415F"/>
              </a:solidFill>
            </p:spPr>
          </p:sp>
          <p:sp>
            <p:nvSpPr>
              <p:cNvPr name="TextBox 18" id="18"/>
              <p:cNvSpPr txBox="true"/>
              <p:nvPr/>
            </p:nvSpPr>
            <p:spPr>
              <a:xfrm>
                <a:off x="0" y="-38100"/>
                <a:ext cx="12543" cy="1010522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grpSp>
          <p:nvGrpSpPr>
            <p:cNvPr name="Group 19" id="19"/>
            <p:cNvGrpSpPr/>
            <p:nvPr/>
          </p:nvGrpSpPr>
          <p:grpSpPr>
            <a:xfrm rot="5400000">
              <a:off x="16522956" y="-6857332"/>
              <a:ext cx="63500" cy="13778164"/>
              <a:chOff x="0" y="0"/>
              <a:chExt cx="12543" cy="2721613"/>
            </a:xfrm>
          </p:grpSpPr>
          <p:sp>
            <p:nvSpPr>
              <p:cNvPr name="Freeform 20" id="20"/>
              <p:cNvSpPr/>
              <p:nvPr/>
            </p:nvSpPr>
            <p:spPr>
              <a:xfrm flipH="false" flipV="false" rot="0">
                <a:off x="0" y="0"/>
                <a:ext cx="12543" cy="2721613"/>
              </a:xfrm>
              <a:custGeom>
                <a:avLst/>
                <a:gdLst/>
                <a:ahLst/>
                <a:cxnLst/>
                <a:rect r="r" b="b" t="t" l="l"/>
                <a:pathLst>
                  <a:path h="2721613" w="12543">
                    <a:moveTo>
                      <a:pt x="0" y="0"/>
                    </a:moveTo>
                    <a:lnTo>
                      <a:pt x="12543" y="0"/>
                    </a:lnTo>
                    <a:lnTo>
                      <a:pt x="12543" y="2721613"/>
                    </a:lnTo>
                    <a:lnTo>
                      <a:pt x="0" y="2721613"/>
                    </a:lnTo>
                    <a:close/>
                  </a:path>
                </a:pathLst>
              </a:custGeom>
              <a:solidFill>
                <a:srgbClr val="17415F"/>
              </a:solidFill>
            </p:spPr>
          </p:sp>
          <p:sp>
            <p:nvSpPr>
              <p:cNvPr name="TextBox 21" id="21"/>
              <p:cNvSpPr txBox="true"/>
              <p:nvPr/>
            </p:nvSpPr>
            <p:spPr>
              <a:xfrm>
                <a:off x="0" y="-38100"/>
                <a:ext cx="12543" cy="2759713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grpSp>
          <p:nvGrpSpPr>
            <p:cNvPr name="Group 22" id="22"/>
            <p:cNvGrpSpPr/>
            <p:nvPr/>
          </p:nvGrpSpPr>
          <p:grpSpPr>
            <a:xfrm rot="-10800000">
              <a:off x="22957231" y="413305"/>
              <a:ext cx="63500" cy="1669468"/>
              <a:chOff x="0" y="0"/>
              <a:chExt cx="12543" cy="329771"/>
            </a:xfrm>
          </p:grpSpPr>
          <p:sp>
            <p:nvSpPr>
              <p:cNvPr name="Freeform 23" id="23"/>
              <p:cNvSpPr/>
              <p:nvPr/>
            </p:nvSpPr>
            <p:spPr>
              <a:xfrm flipH="false" flipV="false" rot="0">
                <a:off x="0" y="0"/>
                <a:ext cx="12543" cy="329771"/>
              </a:xfrm>
              <a:custGeom>
                <a:avLst/>
                <a:gdLst/>
                <a:ahLst/>
                <a:cxnLst/>
                <a:rect r="r" b="b" t="t" l="l"/>
                <a:pathLst>
                  <a:path h="329771" w="12543">
                    <a:moveTo>
                      <a:pt x="0" y="0"/>
                    </a:moveTo>
                    <a:lnTo>
                      <a:pt x="12543" y="0"/>
                    </a:lnTo>
                    <a:lnTo>
                      <a:pt x="12543" y="329771"/>
                    </a:lnTo>
                    <a:lnTo>
                      <a:pt x="0" y="329771"/>
                    </a:lnTo>
                    <a:close/>
                  </a:path>
                </a:pathLst>
              </a:custGeom>
              <a:solidFill>
                <a:srgbClr val="17415F"/>
              </a:solidFill>
            </p:spPr>
          </p:sp>
          <p:sp>
            <p:nvSpPr>
              <p:cNvPr name="TextBox 24" id="24"/>
              <p:cNvSpPr txBox="true"/>
              <p:nvPr/>
            </p:nvSpPr>
            <p:spPr>
              <a:xfrm>
                <a:off x="0" y="-38100"/>
                <a:ext cx="12543" cy="367871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grpSp>
          <p:nvGrpSpPr>
            <p:cNvPr name="Group 25" id="25"/>
            <p:cNvGrpSpPr/>
            <p:nvPr/>
          </p:nvGrpSpPr>
          <p:grpSpPr>
            <a:xfrm rot="5400000">
              <a:off x="20138971" y="-2378926"/>
              <a:ext cx="63500" cy="5647961"/>
              <a:chOff x="0" y="0"/>
              <a:chExt cx="12543" cy="1115647"/>
            </a:xfrm>
          </p:grpSpPr>
          <p:sp>
            <p:nvSpPr>
              <p:cNvPr name="Freeform 26" id="26"/>
              <p:cNvSpPr/>
              <p:nvPr/>
            </p:nvSpPr>
            <p:spPr>
              <a:xfrm flipH="false" flipV="false" rot="0">
                <a:off x="0" y="0"/>
                <a:ext cx="12543" cy="1115647"/>
              </a:xfrm>
              <a:custGeom>
                <a:avLst/>
                <a:gdLst/>
                <a:ahLst/>
                <a:cxnLst/>
                <a:rect r="r" b="b" t="t" l="l"/>
                <a:pathLst>
                  <a:path h="1115647" w="12543">
                    <a:moveTo>
                      <a:pt x="0" y="0"/>
                    </a:moveTo>
                    <a:lnTo>
                      <a:pt x="12543" y="0"/>
                    </a:lnTo>
                    <a:lnTo>
                      <a:pt x="12543" y="1115647"/>
                    </a:lnTo>
                    <a:lnTo>
                      <a:pt x="0" y="1115647"/>
                    </a:lnTo>
                    <a:close/>
                  </a:path>
                </a:pathLst>
              </a:custGeom>
              <a:solidFill>
                <a:srgbClr val="17415F"/>
              </a:solidFill>
            </p:spPr>
          </p:sp>
          <p:sp>
            <p:nvSpPr>
              <p:cNvPr name="TextBox 27" id="27"/>
              <p:cNvSpPr txBox="true"/>
              <p:nvPr/>
            </p:nvSpPr>
            <p:spPr>
              <a:xfrm>
                <a:off x="0" y="-38100"/>
                <a:ext cx="12543" cy="1153747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grpSp>
          <p:nvGrpSpPr>
            <p:cNvPr name="Group 28" id="28"/>
            <p:cNvGrpSpPr/>
            <p:nvPr/>
          </p:nvGrpSpPr>
          <p:grpSpPr>
            <a:xfrm rot="0">
              <a:off x="486556" y="10672525"/>
              <a:ext cx="63500" cy="1669468"/>
              <a:chOff x="0" y="0"/>
              <a:chExt cx="12543" cy="329771"/>
            </a:xfrm>
          </p:grpSpPr>
          <p:sp>
            <p:nvSpPr>
              <p:cNvPr name="Freeform 29" id="29"/>
              <p:cNvSpPr/>
              <p:nvPr/>
            </p:nvSpPr>
            <p:spPr>
              <a:xfrm flipH="false" flipV="false" rot="0">
                <a:off x="0" y="0"/>
                <a:ext cx="12543" cy="329771"/>
              </a:xfrm>
              <a:custGeom>
                <a:avLst/>
                <a:gdLst/>
                <a:ahLst/>
                <a:cxnLst/>
                <a:rect r="r" b="b" t="t" l="l"/>
                <a:pathLst>
                  <a:path h="329771" w="12543">
                    <a:moveTo>
                      <a:pt x="0" y="0"/>
                    </a:moveTo>
                    <a:lnTo>
                      <a:pt x="12543" y="0"/>
                    </a:lnTo>
                    <a:lnTo>
                      <a:pt x="12543" y="329771"/>
                    </a:lnTo>
                    <a:lnTo>
                      <a:pt x="0" y="329771"/>
                    </a:lnTo>
                    <a:close/>
                  </a:path>
                </a:pathLst>
              </a:custGeom>
              <a:solidFill>
                <a:srgbClr val="17415F"/>
              </a:solidFill>
            </p:spPr>
          </p:sp>
          <p:sp>
            <p:nvSpPr>
              <p:cNvPr name="TextBox 30" id="30"/>
              <p:cNvSpPr txBox="true"/>
              <p:nvPr/>
            </p:nvSpPr>
            <p:spPr>
              <a:xfrm>
                <a:off x="0" y="-38100"/>
                <a:ext cx="12543" cy="367871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grpSp>
          <p:nvGrpSpPr>
            <p:cNvPr name="Group 31" id="31"/>
            <p:cNvGrpSpPr/>
            <p:nvPr/>
          </p:nvGrpSpPr>
          <p:grpSpPr>
            <a:xfrm rot="-5400000">
              <a:off x="3304817" y="9486262"/>
              <a:ext cx="63500" cy="5647961"/>
              <a:chOff x="0" y="0"/>
              <a:chExt cx="12543" cy="1115647"/>
            </a:xfrm>
          </p:grpSpPr>
          <p:sp>
            <p:nvSpPr>
              <p:cNvPr name="Freeform 32" id="32"/>
              <p:cNvSpPr/>
              <p:nvPr/>
            </p:nvSpPr>
            <p:spPr>
              <a:xfrm flipH="false" flipV="false" rot="0">
                <a:off x="0" y="0"/>
                <a:ext cx="12543" cy="1115647"/>
              </a:xfrm>
              <a:custGeom>
                <a:avLst/>
                <a:gdLst/>
                <a:ahLst/>
                <a:cxnLst/>
                <a:rect r="r" b="b" t="t" l="l"/>
                <a:pathLst>
                  <a:path h="1115647" w="12543">
                    <a:moveTo>
                      <a:pt x="0" y="0"/>
                    </a:moveTo>
                    <a:lnTo>
                      <a:pt x="12543" y="0"/>
                    </a:lnTo>
                    <a:lnTo>
                      <a:pt x="12543" y="1115647"/>
                    </a:lnTo>
                    <a:lnTo>
                      <a:pt x="0" y="1115647"/>
                    </a:lnTo>
                    <a:close/>
                  </a:path>
                </a:pathLst>
              </a:custGeom>
              <a:solidFill>
                <a:srgbClr val="17415F"/>
              </a:solidFill>
            </p:spPr>
          </p:sp>
          <p:sp>
            <p:nvSpPr>
              <p:cNvPr name="TextBox 33" id="33"/>
              <p:cNvSpPr txBox="true"/>
              <p:nvPr/>
            </p:nvSpPr>
            <p:spPr>
              <a:xfrm>
                <a:off x="0" y="-38100"/>
                <a:ext cx="12543" cy="1153747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</p:grpSp>
      <p:sp>
        <p:nvSpPr>
          <p:cNvPr name="TextBox 34" id="34"/>
          <p:cNvSpPr txBox="true"/>
          <p:nvPr/>
        </p:nvSpPr>
        <p:spPr>
          <a:xfrm rot="0">
            <a:off x="2959812" y="885825"/>
            <a:ext cx="12368377" cy="12033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9800"/>
              </a:lnSpc>
            </a:pPr>
            <a:r>
              <a:rPr lang="en-US" b="true" sz="7000">
                <a:solidFill>
                  <a:srgbClr val="3E526A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PROJECT DEFINITION</a:t>
            </a:r>
          </a:p>
        </p:txBody>
      </p:sp>
      <p:grpSp>
        <p:nvGrpSpPr>
          <p:cNvPr name="Group 35" id="35"/>
          <p:cNvGrpSpPr/>
          <p:nvPr/>
        </p:nvGrpSpPr>
        <p:grpSpPr>
          <a:xfrm rot="0">
            <a:off x="13955824" y="6587618"/>
            <a:ext cx="6666800" cy="4085592"/>
            <a:chOff x="0" y="0"/>
            <a:chExt cx="8889067" cy="5447455"/>
          </a:xfrm>
        </p:grpSpPr>
        <p:grpSp>
          <p:nvGrpSpPr>
            <p:cNvPr name="Group 36" id="36"/>
            <p:cNvGrpSpPr/>
            <p:nvPr/>
          </p:nvGrpSpPr>
          <p:grpSpPr>
            <a:xfrm rot="-10800000">
              <a:off x="2663403" y="0"/>
              <a:ext cx="6225663" cy="5447455"/>
              <a:chOff x="0" y="0"/>
              <a:chExt cx="812800" cy="711200"/>
            </a:xfrm>
          </p:grpSpPr>
          <p:sp>
            <p:nvSpPr>
              <p:cNvPr name="Freeform 37" id="37"/>
              <p:cNvSpPr/>
              <p:nvPr/>
            </p:nvSpPr>
            <p:spPr>
              <a:xfrm flipH="false" flipV="false" rot="0">
                <a:off x="0" y="0"/>
                <a:ext cx="812800" cy="711200"/>
              </a:xfrm>
              <a:custGeom>
                <a:avLst/>
                <a:gdLst/>
                <a:ahLst/>
                <a:cxnLst/>
                <a:rect r="r" b="b" t="t" l="l"/>
                <a:pathLst>
                  <a:path h="711200" w="812800">
                    <a:moveTo>
                      <a:pt x="406400" y="711200"/>
                    </a:moveTo>
                    <a:lnTo>
                      <a:pt x="812800" y="0"/>
                    </a:lnTo>
                    <a:lnTo>
                      <a:pt x="0" y="0"/>
                    </a:lnTo>
                    <a:lnTo>
                      <a:pt x="406400" y="711200"/>
                    </a:lnTo>
                    <a:close/>
                  </a:path>
                </a:pathLst>
              </a:custGeom>
              <a:solidFill>
                <a:srgbClr val="6B7A8C"/>
              </a:solidFill>
            </p:spPr>
          </p:sp>
          <p:sp>
            <p:nvSpPr>
              <p:cNvPr name="TextBox 38" id="38"/>
              <p:cNvSpPr txBox="true"/>
              <p:nvPr/>
            </p:nvSpPr>
            <p:spPr>
              <a:xfrm>
                <a:off x="127000" y="12700"/>
                <a:ext cx="558800" cy="36830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grpSp>
          <p:nvGrpSpPr>
            <p:cNvPr name="Group 39" id="39"/>
            <p:cNvGrpSpPr/>
            <p:nvPr/>
          </p:nvGrpSpPr>
          <p:grpSpPr>
            <a:xfrm rot="-10800000">
              <a:off x="0" y="3821268"/>
              <a:ext cx="5776235" cy="1261779"/>
              <a:chOff x="0" y="0"/>
              <a:chExt cx="1140985" cy="249240"/>
            </a:xfrm>
          </p:grpSpPr>
          <p:sp>
            <p:nvSpPr>
              <p:cNvPr name="Freeform 40" id="40"/>
              <p:cNvSpPr/>
              <p:nvPr/>
            </p:nvSpPr>
            <p:spPr>
              <a:xfrm flipH="false" flipV="false" rot="0">
                <a:off x="0" y="0"/>
                <a:ext cx="1140985" cy="249240"/>
              </a:xfrm>
              <a:custGeom>
                <a:avLst/>
                <a:gdLst/>
                <a:ahLst/>
                <a:cxnLst/>
                <a:rect r="r" b="b" t="t" l="l"/>
                <a:pathLst>
                  <a:path h="249240" w="1140985">
                    <a:moveTo>
                      <a:pt x="203200" y="0"/>
                    </a:moveTo>
                    <a:lnTo>
                      <a:pt x="1140985" y="0"/>
                    </a:lnTo>
                    <a:lnTo>
                      <a:pt x="937785" y="249240"/>
                    </a:lnTo>
                    <a:lnTo>
                      <a:pt x="0" y="249240"/>
                    </a:lnTo>
                    <a:lnTo>
                      <a:pt x="203200" y="0"/>
                    </a:lnTo>
                    <a:close/>
                  </a:path>
                </a:pathLst>
              </a:custGeom>
              <a:solidFill>
                <a:srgbClr val="88A5C4"/>
              </a:solidFill>
            </p:spPr>
          </p:sp>
          <p:sp>
            <p:nvSpPr>
              <p:cNvPr name="TextBox 41" id="41"/>
              <p:cNvSpPr txBox="true"/>
              <p:nvPr/>
            </p:nvSpPr>
            <p:spPr>
              <a:xfrm>
                <a:off x="101600" y="-38100"/>
                <a:ext cx="937785" cy="28734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grpSp>
          <p:nvGrpSpPr>
            <p:cNvPr name="Group 42" id="42"/>
            <p:cNvGrpSpPr/>
            <p:nvPr/>
          </p:nvGrpSpPr>
          <p:grpSpPr>
            <a:xfrm rot="-10800000">
              <a:off x="3094536" y="2203713"/>
              <a:ext cx="1551081" cy="1357196"/>
              <a:chOff x="0" y="0"/>
              <a:chExt cx="812800" cy="711200"/>
            </a:xfrm>
          </p:grpSpPr>
          <p:sp>
            <p:nvSpPr>
              <p:cNvPr name="Freeform 43" id="43"/>
              <p:cNvSpPr/>
              <p:nvPr/>
            </p:nvSpPr>
            <p:spPr>
              <a:xfrm flipH="false" flipV="false" rot="0">
                <a:off x="0" y="0"/>
                <a:ext cx="812800" cy="711200"/>
              </a:xfrm>
              <a:custGeom>
                <a:avLst/>
                <a:gdLst/>
                <a:ahLst/>
                <a:cxnLst/>
                <a:rect r="r" b="b" t="t" l="l"/>
                <a:pathLst>
                  <a:path h="711200" w="812800">
                    <a:moveTo>
                      <a:pt x="406400" y="711200"/>
                    </a:moveTo>
                    <a:lnTo>
                      <a:pt x="812800" y="0"/>
                    </a:lnTo>
                    <a:lnTo>
                      <a:pt x="0" y="0"/>
                    </a:lnTo>
                    <a:lnTo>
                      <a:pt x="406400" y="711200"/>
                    </a:lnTo>
                    <a:close/>
                  </a:path>
                </a:pathLst>
              </a:custGeom>
              <a:solidFill>
                <a:srgbClr val="A5B4C7"/>
              </a:solidFill>
            </p:spPr>
          </p:sp>
          <p:sp>
            <p:nvSpPr>
              <p:cNvPr name="TextBox 44" id="44"/>
              <p:cNvSpPr txBox="true"/>
              <p:nvPr/>
            </p:nvSpPr>
            <p:spPr>
              <a:xfrm>
                <a:off x="127000" y="12700"/>
                <a:ext cx="558800" cy="36830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</p:grpSp>
      <p:grpSp>
        <p:nvGrpSpPr>
          <p:cNvPr name="Group 45" id="45"/>
          <p:cNvGrpSpPr/>
          <p:nvPr/>
        </p:nvGrpSpPr>
        <p:grpSpPr>
          <a:xfrm rot="-10800000">
            <a:off x="-2304700" y="-378866"/>
            <a:ext cx="6666800" cy="4085592"/>
            <a:chOff x="0" y="0"/>
            <a:chExt cx="8889067" cy="5447455"/>
          </a:xfrm>
        </p:grpSpPr>
        <p:grpSp>
          <p:nvGrpSpPr>
            <p:cNvPr name="Group 46" id="46"/>
            <p:cNvGrpSpPr/>
            <p:nvPr/>
          </p:nvGrpSpPr>
          <p:grpSpPr>
            <a:xfrm rot="-10800000">
              <a:off x="2663403" y="0"/>
              <a:ext cx="6225663" cy="5447455"/>
              <a:chOff x="0" y="0"/>
              <a:chExt cx="812800" cy="711200"/>
            </a:xfrm>
          </p:grpSpPr>
          <p:sp>
            <p:nvSpPr>
              <p:cNvPr name="Freeform 47" id="47"/>
              <p:cNvSpPr/>
              <p:nvPr/>
            </p:nvSpPr>
            <p:spPr>
              <a:xfrm flipH="false" flipV="false" rot="0">
                <a:off x="0" y="0"/>
                <a:ext cx="812800" cy="711200"/>
              </a:xfrm>
              <a:custGeom>
                <a:avLst/>
                <a:gdLst/>
                <a:ahLst/>
                <a:cxnLst/>
                <a:rect r="r" b="b" t="t" l="l"/>
                <a:pathLst>
                  <a:path h="711200" w="812800">
                    <a:moveTo>
                      <a:pt x="406400" y="711200"/>
                    </a:moveTo>
                    <a:lnTo>
                      <a:pt x="812800" y="0"/>
                    </a:lnTo>
                    <a:lnTo>
                      <a:pt x="0" y="0"/>
                    </a:lnTo>
                    <a:lnTo>
                      <a:pt x="406400" y="711200"/>
                    </a:lnTo>
                    <a:close/>
                  </a:path>
                </a:pathLst>
              </a:custGeom>
              <a:solidFill>
                <a:srgbClr val="6B7A8C"/>
              </a:solidFill>
            </p:spPr>
          </p:sp>
          <p:sp>
            <p:nvSpPr>
              <p:cNvPr name="TextBox 48" id="48"/>
              <p:cNvSpPr txBox="true"/>
              <p:nvPr/>
            </p:nvSpPr>
            <p:spPr>
              <a:xfrm>
                <a:off x="127000" y="12700"/>
                <a:ext cx="558800" cy="36830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grpSp>
          <p:nvGrpSpPr>
            <p:cNvPr name="Group 49" id="49"/>
            <p:cNvGrpSpPr/>
            <p:nvPr/>
          </p:nvGrpSpPr>
          <p:grpSpPr>
            <a:xfrm rot="-10800000">
              <a:off x="0" y="3821268"/>
              <a:ext cx="5776235" cy="1261779"/>
              <a:chOff x="0" y="0"/>
              <a:chExt cx="1140985" cy="249240"/>
            </a:xfrm>
          </p:grpSpPr>
          <p:sp>
            <p:nvSpPr>
              <p:cNvPr name="Freeform 50" id="50"/>
              <p:cNvSpPr/>
              <p:nvPr/>
            </p:nvSpPr>
            <p:spPr>
              <a:xfrm flipH="false" flipV="false" rot="0">
                <a:off x="0" y="0"/>
                <a:ext cx="1140985" cy="249240"/>
              </a:xfrm>
              <a:custGeom>
                <a:avLst/>
                <a:gdLst/>
                <a:ahLst/>
                <a:cxnLst/>
                <a:rect r="r" b="b" t="t" l="l"/>
                <a:pathLst>
                  <a:path h="249240" w="1140985">
                    <a:moveTo>
                      <a:pt x="203200" y="0"/>
                    </a:moveTo>
                    <a:lnTo>
                      <a:pt x="1140985" y="0"/>
                    </a:lnTo>
                    <a:lnTo>
                      <a:pt x="937785" y="249240"/>
                    </a:lnTo>
                    <a:lnTo>
                      <a:pt x="0" y="249240"/>
                    </a:lnTo>
                    <a:lnTo>
                      <a:pt x="203200" y="0"/>
                    </a:lnTo>
                    <a:close/>
                  </a:path>
                </a:pathLst>
              </a:custGeom>
              <a:solidFill>
                <a:srgbClr val="88A5C4"/>
              </a:solidFill>
            </p:spPr>
          </p:sp>
          <p:sp>
            <p:nvSpPr>
              <p:cNvPr name="TextBox 51" id="51"/>
              <p:cNvSpPr txBox="true"/>
              <p:nvPr/>
            </p:nvSpPr>
            <p:spPr>
              <a:xfrm>
                <a:off x="101600" y="-38100"/>
                <a:ext cx="937785" cy="28734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grpSp>
          <p:nvGrpSpPr>
            <p:cNvPr name="Group 52" id="52"/>
            <p:cNvGrpSpPr/>
            <p:nvPr/>
          </p:nvGrpSpPr>
          <p:grpSpPr>
            <a:xfrm rot="-10800000">
              <a:off x="3094536" y="2203713"/>
              <a:ext cx="1551081" cy="1357196"/>
              <a:chOff x="0" y="0"/>
              <a:chExt cx="812800" cy="711200"/>
            </a:xfrm>
          </p:grpSpPr>
          <p:sp>
            <p:nvSpPr>
              <p:cNvPr name="Freeform 53" id="53"/>
              <p:cNvSpPr/>
              <p:nvPr/>
            </p:nvSpPr>
            <p:spPr>
              <a:xfrm flipH="false" flipV="false" rot="0">
                <a:off x="0" y="0"/>
                <a:ext cx="812800" cy="711200"/>
              </a:xfrm>
              <a:custGeom>
                <a:avLst/>
                <a:gdLst/>
                <a:ahLst/>
                <a:cxnLst/>
                <a:rect r="r" b="b" t="t" l="l"/>
                <a:pathLst>
                  <a:path h="711200" w="812800">
                    <a:moveTo>
                      <a:pt x="406400" y="711200"/>
                    </a:moveTo>
                    <a:lnTo>
                      <a:pt x="812800" y="0"/>
                    </a:lnTo>
                    <a:lnTo>
                      <a:pt x="0" y="0"/>
                    </a:lnTo>
                    <a:lnTo>
                      <a:pt x="406400" y="711200"/>
                    </a:lnTo>
                    <a:close/>
                  </a:path>
                </a:pathLst>
              </a:custGeom>
              <a:solidFill>
                <a:srgbClr val="A5B4C7"/>
              </a:solidFill>
            </p:spPr>
          </p:sp>
          <p:sp>
            <p:nvSpPr>
              <p:cNvPr name="TextBox 54" id="54"/>
              <p:cNvSpPr txBox="true"/>
              <p:nvPr/>
            </p:nvSpPr>
            <p:spPr>
              <a:xfrm>
                <a:off x="127000" y="12700"/>
                <a:ext cx="558800" cy="36830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</p:grpSp>
      <p:sp>
        <p:nvSpPr>
          <p:cNvPr name="TextBox 55" id="55"/>
          <p:cNvSpPr txBox="true"/>
          <p:nvPr/>
        </p:nvSpPr>
        <p:spPr>
          <a:xfrm rot="0">
            <a:off x="1058624" y="4808297"/>
            <a:ext cx="16230600" cy="277075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577099" indent="-288550" lvl="1">
              <a:lnSpc>
                <a:spcPts val="4490"/>
              </a:lnSpc>
              <a:buFont typeface="Arial"/>
              <a:buChar char="•"/>
            </a:pPr>
            <a:r>
              <a:rPr lang="en-US" sz="2672">
                <a:solidFill>
                  <a:srgbClr val="17415F"/>
                </a:solidFill>
                <a:latin typeface="Canva Sans"/>
                <a:ea typeface="Canva Sans"/>
                <a:cs typeface="Canva Sans"/>
                <a:sym typeface="Canva Sans"/>
              </a:rPr>
              <a:t>It is an Intelligent Diabetic Retinopathy Detection System is a proposed web-based AI application that analyzes retinal fundus photographs using computer vision and deep learning to classify dia</a:t>
            </a:r>
            <a:r>
              <a:rPr lang="en-US" sz="2672">
                <a:solidFill>
                  <a:srgbClr val="17415F"/>
                </a:solidFill>
                <a:latin typeface="Canva Sans"/>
                <a:ea typeface="Canva Sans"/>
                <a:cs typeface="Canva Sans"/>
                <a:sym typeface="Canva Sans"/>
              </a:rPr>
              <a:t>betic retinopathy severity.</a:t>
            </a:r>
          </a:p>
          <a:p>
            <a:pPr algn="l" marL="577099" indent="-288550" lvl="1">
              <a:lnSpc>
                <a:spcPts val="4490"/>
              </a:lnSpc>
              <a:buFont typeface="Arial"/>
              <a:buChar char="•"/>
            </a:pPr>
            <a:r>
              <a:rPr lang="en-US" sz="2672">
                <a:solidFill>
                  <a:srgbClr val="17415F"/>
                </a:solidFill>
                <a:latin typeface="Canva Sans"/>
                <a:ea typeface="Canva Sans"/>
                <a:cs typeface="Canva Sans"/>
                <a:sym typeface="Canva Sans"/>
              </a:rPr>
              <a:t>The system combines image preprocessing, trained-model inference, probability outputs, and Grad-CAM-based visualization in one application.</a:t>
            </a:r>
          </a:p>
        </p:txBody>
      </p:sp>
      <p:sp>
        <p:nvSpPr>
          <p:cNvPr name="TextBox 56" id="56"/>
          <p:cNvSpPr txBox="true"/>
          <p:nvPr/>
        </p:nvSpPr>
        <p:spPr>
          <a:xfrm rot="0">
            <a:off x="1058624" y="4041929"/>
            <a:ext cx="4805371" cy="4978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060"/>
              </a:lnSpc>
            </a:pPr>
            <a:r>
              <a:rPr lang="en-US" b="true" sz="2900" u="sng">
                <a:solidFill>
                  <a:srgbClr val="3E526A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WHAT IS RETINASENSE AI?</a:t>
            </a:r>
          </a:p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gradFill rotWithShape="true">
          <a:gsLst>
            <a:gs pos="0">
              <a:srgbClr val="FBFBFB">
                <a:alpha val="100000"/>
              </a:srgbClr>
            </a:gs>
            <a:gs pos="33333">
              <a:srgbClr val="F1F1F1">
                <a:alpha val="66500"/>
              </a:srgbClr>
            </a:gs>
            <a:gs pos="66667">
              <a:srgbClr val="E9E9E9">
                <a:alpha val="67000"/>
              </a:srgbClr>
            </a:gs>
            <a:gs pos="100000">
              <a:srgbClr val="E0E1E3">
                <a:alpha val="25000"/>
              </a:srgbClr>
            </a:gs>
          </a:gsLst>
          <a:lin ang="540000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-1039392">
            <a:off x="-5599131" y="-3928144"/>
            <a:ext cx="29486263" cy="18143288"/>
            <a:chOff x="0" y="0"/>
            <a:chExt cx="39315017" cy="24191051"/>
          </a:xfrm>
        </p:grpSpPr>
        <p:sp>
          <p:nvSpPr>
            <p:cNvPr name="Freeform 3" id="3"/>
            <p:cNvSpPr/>
            <p:nvPr/>
          </p:nvSpPr>
          <p:spPr>
            <a:xfrm flipH="false" flipV="true" rot="0">
              <a:off x="10693806" y="890869"/>
              <a:ext cx="13700313" cy="12738888"/>
            </a:xfrm>
            <a:custGeom>
              <a:avLst/>
              <a:gdLst/>
              <a:ahLst/>
              <a:cxnLst/>
              <a:rect r="r" b="b" t="t" l="l"/>
              <a:pathLst>
                <a:path h="12738888" w="13700313">
                  <a:moveTo>
                    <a:pt x="0" y="12738888"/>
                  </a:moveTo>
                  <a:lnTo>
                    <a:pt x="13700313" y="12738888"/>
                  </a:lnTo>
                  <a:lnTo>
                    <a:pt x="13700313" y="0"/>
                  </a:lnTo>
                  <a:lnTo>
                    <a:pt x="0" y="0"/>
                  </a:lnTo>
                  <a:lnTo>
                    <a:pt x="0" y="12738888"/>
                  </a:lnTo>
                  <a:close/>
                </a:path>
              </a:pathLst>
            </a:custGeom>
            <a:blipFill>
              <a:blip r:embed="rId2">
                <a:alphaModFix amt="10999"/>
              </a:blip>
              <a:stretch>
                <a:fillRect l="0" t="0" r="0" b="0"/>
              </a:stretch>
            </a:blipFill>
          </p:spPr>
        </p:sp>
        <p:sp>
          <p:nvSpPr>
            <p:cNvPr name="Freeform 4" id="4"/>
            <p:cNvSpPr/>
            <p:nvPr/>
          </p:nvSpPr>
          <p:spPr>
            <a:xfrm flipH="false" flipV="true" rot="0">
              <a:off x="21387611" y="0"/>
              <a:ext cx="13700313" cy="12738888"/>
            </a:xfrm>
            <a:custGeom>
              <a:avLst/>
              <a:gdLst/>
              <a:ahLst/>
              <a:cxnLst/>
              <a:rect r="r" b="b" t="t" l="l"/>
              <a:pathLst>
                <a:path h="12738888" w="13700313">
                  <a:moveTo>
                    <a:pt x="0" y="12738888"/>
                  </a:moveTo>
                  <a:lnTo>
                    <a:pt x="13700314" y="12738888"/>
                  </a:lnTo>
                  <a:lnTo>
                    <a:pt x="13700314" y="0"/>
                  </a:lnTo>
                  <a:lnTo>
                    <a:pt x="0" y="0"/>
                  </a:lnTo>
                  <a:lnTo>
                    <a:pt x="0" y="12738888"/>
                  </a:lnTo>
                  <a:close/>
                </a:path>
              </a:pathLst>
            </a:custGeom>
            <a:blipFill>
              <a:blip r:embed="rId2">
                <a:alphaModFix amt="10999"/>
              </a:blip>
              <a:stretch>
                <a:fillRect l="0" t="0" r="0" b="0"/>
              </a:stretch>
            </a:blipFill>
          </p:spPr>
        </p:sp>
        <p:sp>
          <p:nvSpPr>
            <p:cNvPr name="Freeform 5" id="5"/>
            <p:cNvSpPr/>
            <p:nvPr/>
          </p:nvSpPr>
          <p:spPr>
            <a:xfrm flipH="true" flipV="false" rot="0">
              <a:off x="25614703" y="9670425"/>
              <a:ext cx="13700313" cy="12738888"/>
            </a:xfrm>
            <a:custGeom>
              <a:avLst/>
              <a:gdLst/>
              <a:ahLst/>
              <a:cxnLst/>
              <a:rect r="r" b="b" t="t" l="l"/>
              <a:pathLst>
                <a:path h="12738888" w="13700313">
                  <a:moveTo>
                    <a:pt x="13700314" y="0"/>
                  </a:moveTo>
                  <a:lnTo>
                    <a:pt x="0" y="0"/>
                  </a:lnTo>
                  <a:lnTo>
                    <a:pt x="0" y="12738888"/>
                  </a:lnTo>
                  <a:lnTo>
                    <a:pt x="13700314" y="12738888"/>
                  </a:lnTo>
                  <a:lnTo>
                    <a:pt x="13700314" y="0"/>
                  </a:lnTo>
                  <a:close/>
                </a:path>
              </a:pathLst>
            </a:custGeom>
            <a:blipFill>
              <a:blip r:embed="rId2">
                <a:alphaModFix amt="10999"/>
              </a:blip>
              <a:stretch>
                <a:fillRect l="0" t="0" r="0" b="0"/>
              </a:stretch>
            </a:blipFill>
          </p:spPr>
        </p:sp>
        <p:sp>
          <p:nvSpPr>
            <p:cNvPr name="Freeform 6" id="6"/>
            <p:cNvSpPr/>
            <p:nvPr/>
          </p:nvSpPr>
          <p:spPr>
            <a:xfrm flipH="true" flipV="false" rot="0">
              <a:off x="14920898" y="10561294"/>
              <a:ext cx="13700313" cy="12738888"/>
            </a:xfrm>
            <a:custGeom>
              <a:avLst/>
              <a:gdLst/>
              <a:ahLst/>
              <a:cxnLst/>
              <a:rect r="r" b="b" t="t" l="l"/>
              <a:pathLst>
                <a:path h="12738888" w="13700313">
                  <a:moveTo>
                    <a:pt x="13700313" y="0"/>
                  </a:moveTo>
                  <a:lnTo>
                    <a:pt x="0" y="0"/>
                  </a:lnTo>
                  <a:lnTo>
                    <a:pt x="0" y="12738888"/>
                  </a:lnTo>
                  <a:lnTo>
                    <a:pt x="13700313" y="12738888"/>
                  </a:lnTo>
                  <a:lnTo>
                    <a:pt x="13700313" y="0"/>
                  </a:lnTo>
                  <a:close/>
                </a:path>
              </a:pathLst>
            </a:custGeom>
            <a:blipFill>
              <a:blip r:embed="rId2">
                <a:alphaModFix amt="10999"/>
              </a:blip>
              <a:stretch>
                <a:fillRect l="0" t="0" r="0" b="0"/>
              </a:stretch>
            </a:blipFill>
          </p:spPr>
        </p:sp>
        <p:sp>
          <p:nvSpPr>
            <p:cNvPr name="Freeform 7" id="7"/>
            <p:cNvSpPr/>
            <p:nvPr/>
          </p:nvSpPr>
          <p:spPr>
            <a:xfrm flipH="false" flipV="true" rot="0">
              <a:off x="0" y="1781739"/>
              <a:ext cx="13700313" cy="12738888"/>
            </a:xfrm>
            <a:custGeom>
              <a:avLst/>
              <a:gdLst/>
              <a:ahLst/>
              <a:cxnLst/>
              <a:rect r="r" b="b" t="t" l="l"/>
              <a:pathLst>
                <a:path h="12738888" w="13700313">
                  <a:moveTo>
                    <a:pt x="0" y="12738888"/>
                  </a:moveTo>
                  <a:lnTo>
                    <a:pt x="13700313" y="12738888"/>
                  </a:lnTo>
                  <a:lnTo>
                    <a:pt x="13700313" y="0"/>
                  </a:lnTo>
                  <a:lnTo>
                    <a:pt x="0" y="0"/>
                  </a:lnTo>
                  <a:lnTo>
                    <a:pt x="0" y="12738888"/>
                  </a:lnTo>
                  <a:close/>
                </a:path>
              </a:pathLst>
            </a:custGeom>
            <a:blipFill>
              <a:blip r:embed="rId2">
                <a:alphaModFix amt="10999"/>
              </a:blip>
              <a:stretch>
                <a:fillRect l="0" t="0" r="0" b="0"/>
              </a:stretch>
            </a:blipFill>
          </p:spPr>
        </p:sp>
        <p:sp>
          <p:nvSpPr>
            <p:cNvPr name="Freeform 8" id="8"/>
            <p:cNvSpPr/>
            <p:nvPr/>
          </p:nvSpPr>
          <p:spPr>
            <a:xfrm flipH="true" flipV="false" rot="0">
              <a:off x="4227092" y="11452163"/>
              <a:ext cx="13700313" cy="12738888"/>
            </a:xfrm>
            <a:custGeom>
              <a:avLst/>
              <a:gdLst/>
              <a:ahLst/>
              <a:cxnLst/>
              <a:rect r="r" b="b" t="t" l="l"/>
              <a:pathLst>
                <a:path h="12738888" w="13700313">
                  <a:moveTo>
                    <a:pt x="13700313" y="0"/>
                  </a:moveTo>
                  <a:lnTo>
                    <a:pt x="0" y="0"/>
                  </a:lnTo>
                  <a:lnTo>
                    <a:pt x="0" y="12738888"/>
                  </a:lnTo>
                  <a:lnTo>
                    <a:pt x="13700313" y="12738888"/>
                  </a:lnTo>
                  <a:lnTo>
                    <a:pt x="13700313" y="0"/>
                  </a:lnTo>
                  <a:close/>
                </a:path>
              </a:pathLst>
            </a:custGeom>
            <a:blipFill>
              <a:blip r:embed="rId2">
                <a:alphaModFix amt="10999"/>
              </a:blip>
              <a:stretch>
                <a:fillRect l="0" t="0" r="0" b="0"/>
              </a:stretch>
            </a:blipFill>
          </p:spPr>
        </p:sp>
      </p:grpSp>
      <p:grpSp>
        <p:nvGrpSpPr>
          <p:cNvPr name="Group 9" id="9"/>
          <p:cNvGrpSpPr/>
          <p:nvPr/>
        </p:nvGrpSpPr>
        <p:grpSpPr>
          <a:xfrm rot="0">
            <a:off x="328767" y="360263"/>
            <a:ext cx="17630466" cy="9566473"/>
            <a:chOff x="0" y="0"/>
            <a:chExt cx="23507288" cy="12755298"/>
          </a:xfrm>
        </p:grpSpPr>
        <p:grpSp>
          <p:nvGrpSpPr>
            <p:cNvPr name="Group 10" id="10"/>
            <p:cNvGrpSpPr/>
            <p:nvPr/>
          </p:nvGrpSpPr>
          <p:grpSpPr>
            <a:xfrm rot="0">
              <a:off x="0" y="7832412"/>
              <a:ext cx="63500" cy="4922886"/>
              <a:chOff x="0" y="0"/>
              <a:chExt cx="12543" cy="972422"/>
            </a:xfrm>
          </p:grpSpPr>
          <p:sp>
            <p:nvSpPr>
              <p:cNvPr name="Freeform 11" id="11"/>
              <p:cNvSpPr/>
              <p:nvPr/>
            </p:nvSpPr>
            <p:spPr>
              <a:xfrm flipH="false" flipV="false" rot="0">
                <a:off x="0" y="0"/>
                <a:ext cx="12543" cy="972422"/>
              </a:xfrm>
              <a:custGeom>
                <a:avLst/>
                <a:gdLst/>
                <a:ahLst/>
                <a:cxnLst/>
                <a:rect r="r" b="b" t="t" l="l"/>
                <a:pathLst>
                  <a:path h="972422" w="12543">
                    <a:moveTo>
                      <a:pt x="0" y="0"/>
                    </a:moveTo>
                    <a:lnTo>
                      <a:pt x="12543" y="0"/>
                    </a:lnTo>
                    <a:lnTo>
                      <a:pt x="12543" y="972422"/>
                    </a:lnTo>
                    <a:lnTo>
                      <a:pt x="0" y="972422"/>
                    </a:lnTo>
                    <a:close/>
                  </a:path>
                </a:pathLst>
              </a:custGeom>
              <a:solidFill>
                <a:srgbClr val="17415F"/>
              </a:solidFill>
            </p:spPr>
          </p:sp>
          <p:sp>
            <p:nvSpPr>
              <p:cNvPr name="TextBox 12" id="12"/>
              <p:cNvSpPr txBox="true"/>
              <p:nvPr/>
            </p:nvSpPr>
            <p:spPr>
              <a:xfrm>
                <a:off x="0" y="-38100"/>
                <a:ext cx="12543" cy="1010522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grpSp>
          <p:nvGrpSpPr>
            <p:cNvPr name="Group 13" id="13"/>
            <p:cNvGrpSpPr/>
            <p:nvPr/>
          </p:nvGrpSpPr>
          <p:grpSpPr>
            <a:xfrm rot="-5400000">
              <a:off x="6920832" y="5834466"/>
              <a:ext cx="63500" cy="13778164"/>
              <a:chOff x="0" y="0"/>
              <a:chExt cx="12543" cy="2721613"/>
            </a:xfrm>
          </p:grpSpPr>
          <p:sp>
            <p:nvSpPr>
              <p:cNvPr name="Freeform 14" id="14"/>
              <p:cNvSpPr/>
              <p:nvPr/>
            </p:nvSpPr>
            <p:spPr>
              <a:xfrm flipH="false" flipV="false" rot="0">
                <a:off x="0" y="0"/>
                <a:ext cx="12543" cy="2721613"/>
              </a:xfrm>
              <a:custGeom>
                <a:avLst/>
                <a:gdLst/>
                <a:ahLst/>
                <a:cxnLst/>
                <a:rect r="r" b="b" t="t" l="l"/>
                <a:pathLst>
                  <a:path h="2721613" w="12543">
                    <a:moveTo>
                      <a:pt x="0" y="0"/>
                    </a:moveTo>
                    <a:lnTo>
                      <a:pt x="12543" y="0"/>
                    </a:lnTo>
                    <a:lnTo>
                      <a:pt x="12543" y="2721613"/>
                    </a:lnTo>
                    <a:lnTo>
                      <a:pt x="0" y="2721613"/>
                    </a:lnTo>
                    <a:close/>
                  </a:path>
                </a:pathLst>
              </a:custGeom>
              <a:solidFill>
                <a:srgbClr val="17415F"/>
              </a:solidFill>
            </p:spPr>
          </p:sp>
          <p:sp>
            <p:nvSpPr>
              <p:cNvPr name="TextBox 15" id="15"/>
              <p:cNvSpPr txBox="true"/>
              <p:nvPr/>
            </p:nvSpPr>
            <p:spPr>
              <a:xfrm>
                <a:off x="0" y="-38100"/>
                <a:ext cx="12543" cy="2759713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grpSp>
          <p:nvGrpSpPr>
            <p:cNvPr name="Group 16" id="16"/>
            <p:cNvGrpSpPr/>
            <p:nvPr/>
          </p:nvGrpSpPr>
          <p:grpSpPr>
            <a:xfrm rot="-10800000">
              <a:off x="23443788" y="0"/>
              <a:ext cx="63500" cy="4922886"/>
              <a:chOff x="0" y="0"/>
              <a:chExt cx="12543" cy="972422"/>
            </a:xfrm>
          </p:grpSpPr>
          <p:sp>
            <p:nvSpPr>
              <p:cNvPr name="Freeform 17" id="17"/>
              <p:cNvSpPr/>
              <p:nvPr/>
            </p:nvSpPr>
            <p:spPr>
              <a:xfrm flipH="false" flipV="false" rot="0">
                <a:off x="0" y="0"/>
                <a:ext cx="12543" cy="972422"/>
              </a:xfrm>
              <a:custGeom>
                <a:avLst/>
                <a:gdLst/>
                <a:ahLst/>
                <a:cxnLst/>
                <a:rect r="r" b="b" t="t" l="l"/>
                <a:pathLst>
                  <a:path h="972422" w="12543">
                    <a:moveTo>
                      <a:pt x="0" y="0"/>
                    </a:moveTo>
                    <a:lnTo>
                      <a:pt x="12543" y="0"/>
                    </a:lnTo>
                    <a:lnTo>
                      <a:pt x="12543" y="972422"/>
                    </a:lnTo>
                    <a:lnTo>
                      <a:pt x="0" y="972422"/>
                    </a:lnTo>
                    <a:close/>
                  </a:path>
                </a:pathLst>
              </a:custGeom>
              <a:solidFill>
                <a:srgbClr val="17415F"/>
              </a:solidFill>
            </p:spPr>
          </p:sp>
          <p:sp>
            <p:nvSpPr>
              <p:cNvPr name="TextBox 18" id="18"/>
              <p:cNvSpPr txBox="true"/>
              <p:nvPr/>
            </p:nvSpPr>
            <p:spPr>
              <a:xfrm>
                <a:off x="0" y="-38100"/>
                <a:ext cx="12543" cy="1010522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grpSp>
          <p:nvGrpSpPr>
            <p:cNvPr name="Group 19" id="19"/>
            <p:cNvGrpSpPr/>
            <p:nvPr/>
          </p:nvGrpSpPr>
          <p:grpSpPr>
            <a:xfrm rot="5400000">
              <a:off x="16522956" y="-6857332"/>
              <a:ext cx="63500" cy="13778164"/>
              <a:chOff x="0" y="0"/>
              <a:chExt cx="12543" cy="2721613"/>
            </a:xfrm>
          </p:grpSpPr>
          <p:sp>
            <p:nvSpPr>
              <p:cNvPr name="Freeform 20" id="20"/>
              <p:cNvSpPr/>
              <p:nvPr/>
            </p:nvSpPr>
            <p:spPr>
              <a:xfrm flipH="false" flipV="false" rot="0">
                <a:off x="0" y="0"/>
                <a:ext cx="12543" cy="2721613"/>
              </a:xfrm>
              <a:custGeom>
                <a:avLst/>
                <a:gdLst/>
                <a:ahLst/>
                <a:cxnLst/>
                <a:rect r="r" b="b" t="t" l="l"/>
                <a:pathLst>
                  <a:path h="2721613" w="12543">
                    <a:moveTo>
                      <a:pt x="0" y="0"/>
                    </a:moveTo>
                    <a:lnTo>
                      <a:pt x="12543" y="0"/>
                    </a:lnTo>
                    <a:lnTo>
                      <a:pt x="12543" y="2721613"/>
                    </a:lnTo>
                    <a:lnTo>
                      <a:pt x="0" y="2721613"/>
                    </a:lnTo>
                    <a:close/>
                  </a:path>
                </a:pathLst>
              </a:custGeom>
              <a:solidFill>
                <a:srgbClr val="17415F"/>
              </a:solidFill>
            </p:spPr>
          </p:sp>
          <p:sp>
            <p:nvSpPr>
              <p:cNvPr name="TextBox 21" id="21"/>
              <p:cNvSpPr txBox="true"/>
              <p:nvPr/>
            </p:nvSpPr>
            <p:spPr>
              <a:xfrm>
                <a:off x="0" y="-38100"/>
                <a:ext cx="12543" cy="2759713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grpSp>
          <p:nvGrpSpPr>
            <p:cNvPr name="Group 22" id="22"/>
            <p:cNvGrpSpPr/>
            <p:nvPr/>
          </p:nvGrpSpPr>
          <p:grpSpPr>
            <a:xfrm rot="-10800000">
              <a:off x="22957231" y="413305"/>
              <a:ext cx="63500" cy="1669468"/>
              <a:chOff x="0" y="0"/>
              <a:chExt cx="12543" cy="329771"/>
            </a:xfrm>
          </p:grpSpPr>
          <p:sp>
            <p:nvSpPr>
              <p:cNvPr name="Freeform 23" id="23"/>
              <p:cNvSpPr/>
              <p:nvPr/>
            </p:nvSpPr>
            <p:spPr>
              <a:xfrm flipH="false" flipV="false" rot="0">
                <a:off x="0" y="0"/>
                <a:ext cx="12543" cy="329771"/>
              </a:xfrm>
              <a:custGeom>
                <a:avLst/>
                <a:gdLst/>
                <a:ahLst/>
                <a:cxnLst/>
                <a:rect r="r" b="b" t="t" l="l"/>
                <a:pathLst>
                  <a:path h="329771" w="12543">
                    <a:moveTo>
                      <a:pt x="0" y="0"/>
                    </a:moveTo>
                    <a:lnTo>
                      <a:pt x="12543" y="0"/>
                    </a:lnTo>
                    <a:lnTo>
                      <a:pt x="12543" y="329771"/>
                    </a:lnTo>
                    <a:lnTo>
                      <a:pt x="0" y="329771"/>
                    </a:lnTo>
                    <a:close/>
                  </a:path>
                </a:pathLst>
              </a:custGeom>
              <a:solidFill>
                <a:srgbClr val="17415F"/>
              </a:solidFill>
            </p:spPr>
          </p:sp>
          <p:sp>
            <p:nvSpPr>
              <p:cNvPr name="TextBox 24" id="24"/>
              <p:cNvSpPr txBox="true"/>
              <p:nvPr/>
            </p:nvSpPr>
            <p:spPr>
              <a:xfrm>
                <a:off x="0" y="-38100"/>
                <a:ext cx="12543" cy="367871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grpSp>
          <p:nvGrpSpPr>
            <p:cNvPr name="Group 25" id="25"/>
            <p:cNvGrpSpPr/>
            <p:nvPr/>
          </p:nvGrpSpPr>
          <p:grpSpPr>
            <a:xfrm rot="5400000">
              <a:off x="20138971" y="-2378926"/>
              <a:ext cx="63500" cy="5647961"/>
              <a:chOff x="0" y="0"/>
              <a:chExt cx="12543" cy="1115647"/>
            </a:xfrm>
          </p:grpSpPr>
          <p:sp>
            <p:nvSpPr>
              <p:cNvPr name="Freeform 26" id="26"/>
              <p:cNvSpPr/>
              <p:nvPr/>
            </p:nvSpPr>
            <p:spPr>
              <a:xfrm flipH="false" flipV="false" rot="0">
                <a:off x="0" y="0"/>
                <a:ext cx="12543" cy="1115647"/>
              </a:xfrm>
              <a:custGeom>
                <a:avLst/>
                <a:gdLst/>
                <a:ahLst/>
                <a:cxnLst/>
                <a:rect r="r" b="b" t="t" l="l"/>
                <a:pathLst>
                  <a:path h="1115647" w="12543">
                    <a:moveTo>
                      <a:pt x="0" y="0"/>
                    </a:moveTo>
                    <a:lnTo>
                      <a:pt x="12543" y="0"/>
                    </a:lnTo>
                    <a:lnTo>
                      <a:pt x="12543" y="1115647"/>
                    </a:lnTo>
                    <a:lnTo>
                      <a:pt x="0" y="1115647"/>
                    </a:lnTo>
                    <a:close/>
                  </a:path>
                </a:pathLst>
              </a:custGeom>
              <a:solidFill>
                <a:srgbClr val="17415F"/>
              </a:solidFill>
            </p:spPr>
          </p:sp>
          <p:sp>
            <p:nvSpPr>
              <p:cNvPr name="TextBox 27" id="27"/>
              <p:cNvSpPr txBox="true"/>
              <p:nvPr/>
            </p:nvSpPr>
            <p:spPr>
              <a:xfrm>
                <a:off x="0" y="-38100"/>
                <a:ext cx="12543" cy="1153747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grpSp>
          <p:nvGrpSpPr>
            <p:cNvPr name="Group 28" id="28"/>
            <p:cNvGrpSpPr/>
            <p:nvPr/>
          </p:nvGrpSpPr>
          <p:grpSpPr>
            <a:xfrm rot="0">
              <a:off x="486556" y="10672525"/>
              <a:ext cx="63500" cy="1669468"/>
              <a:chOff x="0" y="0"/>
              <a:chExt cx="12543" cy="329771"/>
            </a:xfrm>
          </p:grpSpPr>
          <p:sp>
            <p:nvSpPr>
              <p:cNvPr name="Freeform 29" id="29"/>
              <p:cNvSpPr/>
              <p:nvPr/>
            </p:nvSpPr>
            <p:spPr>
              <a:xfrm flipH="false" flipV="false" rot="0">
                <a:off x="0" y="0"/>
                <a:ext cx="12543" cy="329771"/>
              </a:xfrm>
              <a:custGeom>
                <a:avLst/>
                <a:gdLst/>
                <a:ahLst/>
                <a:cxnLst/>
                <a:rect r="r" b="b" t="t" l="l"/>
                <a:pathLst>
                  <a:path h="329771" w="12543">
                    <a:moveTo>
                      <a:pt x="0" y="0"/>
                    </a:moveTo>
                    <a:lnTo>
                      <a:pt x="12543" y="0"/>
                    </a:lnTo>
                    <a:lnTo>
                      <a:pt x="12543" y="329771"/>
                    </a:lnTo>
                    <a:lnTo>
                      <a:pt x="0" y="329771"/>
                    </a:lnTo>
                    <a:close/>
                  </a:path>
                </a:pathLst>
              </a:custGeom>
              <a:solidFill>
                <a:srgbClr val="17415F"/>
              </a:solidFill>
            </p:spPr>
          </p:sp>
          <p:sp>
            <p:nvSpPr>
              <p:cNvPr name="TextBox 30" id="30"/>
              <p:cNvSpPr txBox="true"/>
              <p:nvPr/>
            </p:nvSpPr>
            <p:spPr>
              <a:xfrm>
                <a:off x="0" y="-38100"/>
                <a:ext cx="12543" cy="367871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grpSp>
          <p:nvGrpSpPr>
            <p:cNvPr name="Group 31" id="31"/>
            <p:cNvGrpSpPr/>
            <p:nvPr/>
          </p:nvGrpSpPr>
          <p:grpSpPr>
            <a:xfrm rot="-5400000">
              <a:off x="3304817" y="9486262"/>
              <a:ext cx="63500" cy="5647961"/>
              <a:chOff x="0" y="0"/>
              <a:chExt cx="12543" cy="1115647"/>
            </a:xfrm>
          </p:grpSpPr>
          <p:sp>
            <p:nvSpPr>
              <p:cNvPr name="Freeform 32" id="32"/>
              <p:cNvSpPr/>
              <p:nvPr/>
            </p:nvSpPr>
            <p:spPr>
              <a:xfrm flipH="false" flipV="false" rot="0">
                <a:off x="0" y="0"/>
                <a:ext cx="12543" cy="1115647"/>
              </a:xfrm>
              <a:custGeom>
                <a:avLst/>
                <a:gdLst/>
                <a:ahLst/>
                <a:cxnLst/>
                <a:rect r="r" b="b" t="t" l="l"/>
                <a:pathLst>
                  <a:path h="1115647" w="12543">
                    <a:moveTo>
                      <a:pt x="0" y="0"/>
                    </a:moveTo>
                    <a:lnTo>
                      <a:pt x="12543" y="0"/>
                    </a:lnTo>
                    <a:lnTo>
                      <a:pt x="12543" y="1115647"/>
                    </a:lnTo>
                    <a:lnTo>
                      <a:pt x="0" y="1115647"/>
                    </a:lnTo>
                    <a:close/>
                  </a:path>
                </a:pathLst>
              </a:custGeom>
              <a:solidFill>
                <a:srgbClr val="17415F"/>
              </a:solidFill>
            </p:spPr>
          </p:sp>
          <p:sp>
            <p:nvSpPr>
              <p:cNvPr name="TextBox 33" id="33"/>
              <p:cNvSpPr txBox="true"/>
              <p:nvPr/>
            </p:nvSpPr>
            <p:spPr>
              <a:xfrm>
                <a:off x="0" y="-38100"/>
                <a:ext cx="12543" cy="1153747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</p:grpSp>
      <p:grpSp>
        <p:nvGrpSpPr>
          <p:cNvPr name="Group 34" id="34"/>
          <p:cNvGrpSpPr/>
          <p:nvPr/>
        </p:nvGrpSpPr>
        <p:grpSpPr>
          <a:xfrm rot="0">
            <a:off x="13955824" y="6587618"/>
            <a:ext cx="6666800" cy="4085592"/>
            <a:chOff x="0" y="0"/>
            <a:chExt cx="8889067" cy="5447455"/>
          </a:xfrm>
        </p:grpSpPr>
        <p:grpSp>
          <p:nvGrpSpPr>
            <p:cNvPr name="Group 35" id="35"/>
            <p:cNvGrpSpPr/>
            <p:nvPr/>
          </p:nvGrpSpPr>
          <p:grpSpPr>
            <a:xfrm rot="-10800000">
              <a:off x="2663403" y="0"/>
              <a:ext cx="6225663" cy="5447455"/>
              <a:chOff x="0" y="0"/>
              <a:chExt cx="812800" cy="711200"/>
            </a:xfrm>
          </p:grpSpPr>
          <p:sp>
            <p:nvSpPr>
              <p:cNvPr name="Freeform 36" id="36"/>
              <p:cNvSpPr/>
              <p:nvPr/>
            </p:nvSpPr>
            <p:spPr>
              <a:xfrm flipH="false" flipV="false" rot="0">
                <a:off x="0" y="0"/>
                <a:ext cx="812800" cy="711200"/>
              </a:xfrm>
              <a:custGeom>
                <a:avLst/>
                <a:gdLst/>
                <a:ahLst/>
                <a:cxnLst/>
                <a:rect r="r" b="b" t="t" l="l"/>
                <a:pathLst>
                  <a:path h="711200" w="812800">
                    <a:moveTo>
                      <a:pt x="406400" y="711200"/>
                    </a:moveTo>
                    <a:lnTo>
                      <a:pt x="812800" y="0"/>
                    </a:lnTo>
                    <a:lnTo>
                      <a:pt x="0" y="0"/>
                    </a:lnTo>
                    <a:lnTo>
                      <a:pt x="406400" y="711200"/>
                    </a:lnTo>
                    <a:close/>
                  </a:path>
                </a:pathLst>
              </a:custGeom>
              <a:solidFill>
                <a:srgbClr val="6B7A8C"/>
              </a:solidFill>
            </p:spPr>
          </p:sp>
          <p:sp>
            <p:nvSpPr>
              <p:cNvPr name="TextBox 37" id="37"/>
              <p:cNvSpPr txBox="true"/>
              <p:nvPr/>
            </p:nvSpPr>
            <p:spPr>
              <a:xfrm>
                <a:off x="127000" y="12700"/>
                <a:ext cx="558800" cy="36830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grpSp>
          <p:nvGrpSpPr>
            <p:cNvPr name="Group 38" id="38"/>
            <p:cNvGrpSpPr/>
            <p:nvPr/>
          </p:nvGrpSpPr>
          <p:grpSpPr>
            <a:xfrm rot="-10800000">
              <a:off x="0" y="3821268"/>
              <a:ext cx="5776235" cy="1261779"/>
              <a:chOff x="0" y="0"/>
              <a:chExt cx="1140985" cy="249240"/>
            </a:xfrm>
          </p:grpSpPr>
          <p:sp>
            <p:nvSpPr>
              <p:cNvPr name="Freeform 39" id="39"/>
              <p:cNvSpPr/>
              <p:nvPr/>
            </p:nvSpPr>
            <p:spPr>
              <a:xfrm flipH="false" flipV="false" rot="0">
                <a:off x="0" y="0"/>
                <a:ext cx="1140985" cy="249240"/>
              </a:xfrm>
              <a:custGeom>
                <a:avLst/>
                <a:gdLst/>
                <a:ahLst/>
                <a:cxnLst/>
                <a:rect r="r" b="b" t="t" l="l"/>
                <a:pathLst>
                  <a:path h="249240" w="1140985">
                    <a:moveTo>
                      <a:pt x="203200" y="0"/>
                    </a:moveTo>
                    <a:lnTo>
                      <a:pt x="1140985" y="0"/>
                    </a:lnTo>
                    <a:lnTo>
                      <a:pt x="937785" y="249240"/>
                    </a:lnTo>
                    <a:lnTo>
                      <a:pt x="0" y="249240"/>
                    </a:lnTo>
                    <a:lnTo>
                      <a:pt x="203200" y="0"/>
                    </a:lnTo>
                    <a:close/>
                  </a:path>
                </a:pathLst>
              </a:custGeom>
              <a:solidFill>
                <a:srgbClr val="88A5C4"/>
              </a:solidFill>
            </p:spPr>
          </p:sp>
          <p:sp>
            <p:nvSpPr>
              <p:cNvPr name="TextBox 40" id="40"/>
              <p:cNvSpPr txBox="true"/>
              <p:nvPr/>
            </p:nvSpPr>
            <p:spPr>
              <a:xfrm>
                <a:off x="101600" y="-38100"/>
                <a:ext cx="937785" cy="28734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grpSp>
          <p:nvGrpSpPr>
            <p:cNvPr name="Group 41" id="41"/>
            <p:cNvGrpSpPr/>
            <p:nvPr/>
          </p:nvGrpSpPr>
          <p:grpSpPr>
            <a:xfrm rot="-10800000">
              <a:off x="3094536" y="2203713"/>
              <a:ext cx="1551081" cy="1357196"/>
              <a:chOff x="0" y="0"/>
              <a:chExt cx="812800" cy="711200"/>
            </a:xfrm>
          </p:grpSpPr>
          <p:sp>
            <p:nvSpPr>
              <p:cNvPr name="Freeform 42" id="42"/>
              <p:cNvSpPr/>
              <p:nvPr/>
            </p:nvSpPr>
            <p:spPr>
              <a:xfrm flipH="false" flipV="false" rot="0">
                <a:off x="0" y="0"/>
                <a:ext cx="812800" cy="711200"/>
              </a:xfrm>
              <a:custGeom>
                <a:avLst/>
                <a:gdLst/>
                <a:ahLst/>
                <a:cxnLst/>
                <a:rect r="r" b="b" t="t" l="l"/>
                <a:pathLst>
                  <a:path h="711200" w="812800">
                    <a:moveTo>
                      <a:pt x="406400" y="711200"/>
                    </a:moveTo>
                    <a:lnTo>
                      <a:pt x="812800" y="0"/>
                    </a:lnTo>
                    <a:lnTo>
                      <a:pt x="0" y="0"/>
                    </a:lnTo>
                    <a:lnTo>
                      <a:pt x="406400" y="711200"/>
                    </a:lnTo>
                    <a:close/>
                  </a:path>
                </a:pathLst>
              </a:custGeom>
              <a:solidFill>
                <a:srgbClr val="A5B4C7"/>
              </a:solidFill>
            </p:spPr>
          </p:sp>
          <p:sp>
            <p:nvSpPr>
              <p:cNvPr name="TextBox 43" id="43"/>
              <p:cNvSpPr txBox="true"/>
              <p:nvPr/>
            </p:nvSpPr>
            <p:spPr>
              <a:xfrm>
                <a:off x="127000" y="12700"/>
                <a:ext cx="558800" cy="36830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</p:grpSp>
      <p:grpSp>
        <p:nvGrpSpPr>
          <p:cNvPr name="Group 44" id="44"/>
          <p:cNvGrpSpPr/>
          <p:nvPr/>
        </p:nvGrpSpPr>
        <p:grpSpPr>
          <a:xfrm rot="-10800000">
            <a:off x="-2304700" y="-378866"/>
            <a:ext cx="6666800" cy="4085592"/>
            <a:chOff x="0" y="0"/>
            <a:chExt cx="8889067" cy="5447455"/>
          </a:xfrm>
        </p:grpSpPr>
        <p:grpSp>
          <p:nvGrpSpPr>
            <p:cNvPr name="Group 45" id="45"/>
            <p:cNvGrpSpPr/>
            <p:nvPr/>
          </p:nvGrpSpPr>
          <p:grpSpPr>
            <a:xfrm rot="-10800000">
              <a:off x="2663403" y="0"/>
              <a:ext cx="6225663" cy="5447455"/>
              <a:chOff x="0" y="0"/>
              <a:chExt cx="812800" cy="711200"/>
            </a:xfrm>
          </p:grpSpPr>
          <p:sp>
            <p:nvSpPr>
              <p:cNvPr name="Freeform 46" id="46"/>
              <p:cNvSpPr/>
              <p:nvPr/>
            </p:nvSpPr>
            <p:spPr>
              <a:xfrm flipH="false" flipV="false" rot="0">
                <a:off x="0" y="0"/>
                <a:ext cx="812800" cy="711200"/>
              </a:xfrm>
              <a:custGeom>
                <a:avLst/>
                <a:gdLst/>
                <a:ahLst/>
                <a:cxnLst/>
                <a:rect r="r" b="b" t="t" l="l"/>
                <a:pathLst>
                  <a:path h="711200" w="812800">
                    <a:moveTo>
                      <a:pt x="406400" y="711200"/>
                    </a:moveTo>
                    <a:lnTo>
                      <a:pt x="812800" y="0"/>
                    </a:lnTo>
                    <a:lnTo>
                      <a:pt x="0" y="0"/>
                    </a:lnTo>
                    <a:lnTo>
                      <a:pt x="406400" y="711200"/>
                    </a:lnTo>
                    <a:close/>
                  </a:path>
                </a:pathLst>
              </a:custGeom>
              <a:solidFill>
                <a:srgbClr val="6B7A8C"/>
              </a:solidFill>
            </p:spPr>
          </p:sp>
          <p:sp>
            <p:nvSpPr>
              <p:cNvPr name="TextBox 47" id="47"/>
              <p:cNvSpPr txBox="true"/>
              <p:nvPr/>
            </p:nvSpPr>
            <p:spPr>
              <a:xfrm>
                <a:off x="127000" y="12700"/>
                <a:ext cx="558800" cy="36830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grpSp>
          <p:nvGrpSpPr>
            <p:cNvPr name="Group 48" id="48"/>
            <p:cNvGrpSpPr/>
            <p:nvPr/>
          </p:nvGrpSpPr>
          <p:grpSpPr>
            <a:xfrm rot="-10800000">
              <a:off x="0" y="3821268"/>
              <a:ext cx="5776235" cy="1261779"/>
              <a:chOff x="0" y="0"/>
              <a:chExt cx="1140985" cy="249240"/>
            </a:xfrm>
          </p:grpSpPr>
          <p:sp>
            <p:nvSpPr>
              <p:cNvPr name="Freeform 49" id="49"/>
              <p:cNvSpPr/>
              <p:nvPr/>
            </p:nvSpPr>
            <p:spPr>
              <a:xfrm flipH="false" flipV="false" rot="0">
                <a:off x="0" y="0"/>
                <a:ext cx="1140985" cy="249240"/>
              </a:xfrm>
              <a:custGeom>
                <a:avLst/>
                <a:gdLst/>
                <a:ahLst/>
                <a:cxnLst/>
                <a:rect r="r" b="b" t="t" l="l"/>
                <a:pathLst>
                  <a:path h="249240" w="1140985">
                    <a:moveTo>
                      <a:pt x="203200" y="0"/>
                    </a:moveTo>
                    <a:lnTo>
                      <a:pt x="1140985" y="0"/>
                    </a:lnTo>
                    <a:lnTo>
                      <a:pt x="937785" y="249240"/>
                    </a:lnTo>
                    <a:lnTo>
                      <a:pt x="0" y="249240"/>
                    </a:lnTo>
                    <a:lnTo>
                      <a:pt x="203200" y="0"/>
                    </a:lnTo>
                    <a:close/>
                  </a:path>
                </a:pathLst>
              </a:custGeom>
              <a:solidFill>
                <a:srgbClr val="88A5C4"/>
              </a:solidFill>
            </p:spPr>
          </p:sp>
          <p:sp>
            <p:nvSpPr>
              <p:cNvPr name="TextBox 50" id="50"/>
              <p:cNvSpPr txBox="true"/>
              <p:nvPr/>
            </p:nvSpPr>
            <p:spPr>
              <a:xfrm>
                <a:off x="101600" y="-38100"/>
                <a:ext cx="937785" cy="28734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grpSp>
          <p:nvGrpSpPr>
            <p:cNvPr name="Group 51" id="51"/>
            <p:cNvGrpSpPr/>
            <p:nvPr/>
          </p:nvGrpSpPr>
          <p:grpSpPr>
            <a:xfrm rot="-10800000">
              <a:off x="3094536" y="2203713"/>
              <a:ext cx="1551081" cy="1357196"/>
              <a:chOff x="0" y="0"/>
              <a:chExt cx="812800" cy="711200"/>
            </a:xfrm>
          </p:grpSpPr>
          <p:sp>
            <p:nvSpPr>
              <p:cNvPr name="Freeform 52" id="52"/>
              <p:cNvSpPr/>
              <p:nvPr/>
            </p:nvSpPr>
            <p:spPr>
              <a:xfrm flipH="false" flipV="false" rot="0">
                <a:off x="0" y="0"/>
                <a:ext cx="812800" cy="711200"/>
              </a:xfrm>
              <a:custGeom>
                <a:avLst/>
                <a:gdLst/>
                <a:ahLst/>
                <a:cxnLst/>
                <a:rect r="r" b="b" t="t" l="l"/>
                <a:pathLst>
                  <a:path h="711200" w="812800">
                    <a:moveTo>
                      <a:pt x="406400" y="711200"/>
                    </a:moveTo>
                    <a:lnTo>
                      <a:pt x="812800" y="0"/>
                    </a:lnTo>
                    <a:lnTo>
                      <a:pt x="0" y="0"/>
                    </a:lnTo>
                    <a:lnTo>
                      <a:pt x="406400" y="711200"/>
                    </a:lnTo>
                    <a:close/>
                  </a:path>
                </a:pathLst>
              </a:custGeom>
              <a:solidFill>
                <a:srgbClr val="A5B4C7"/>
              </a:solidFill>
            </p:spPr>
          </p:sp>
          <p:sp>
            <p:nvSpPr>
              <p:cNvPr name="TextBox 53" id="53"/>
              <p:cNvSpPr txBox="true"/>
              <p:nvPr/>
            </p:nvSpPr>
            <p:spPr>
              <a:xfrm>
                <a:off x="127000" y="12700"/>
                <a:ext cx="558800" cy="36830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</p:grpSp>
      <p:grpSp>
        <p:nvGrpSpPr>
          <p:cNvPr name="Group 54" id="54"/>
          <p:cNvGrpSpPr>
            <a:grpSpLocks noChangeAspect="true"/>
          </p:cNvGrpSpPr>
          <p:nvPr/>
        </p:nvGrpSpPr>
        <p:grpSpPr>
          <a:xfrm rot="0">
            <a:off x="2785247" y="2726947"/>
            <a:ext cx="3860671" cy="3860671"/>
            <a:chOff x="0" y="0"/>
            <a:chExt cx="13884457" cy="13884457"/>
          </a:xfrm>
        </p:grpSpPr>
        <p:sp>
          <p:nvSpPr>
            <p:cNvPr name="Freeform 55" id="55"/>
            <p:cNvSpPr/>
            <p:nvPr/>
          </p:nvSpPr>
          <p:spPr>
            <a:xfrm flipH="false" flipV="false" rot="0">
              <a:off x="-31116" y="-70"/>
              <a:ext cx="13946687" cy="13884594"/>
            </a:xfrm>
            <a:custGeom>
              <a:avLst/>
              <a:gdLst/>
              <a:ahLst/>
              <a:cxnLst/>
              <a:rect r="r" b="b" t="t" l="l"/>
              <a:pathLst>
                <a:path h="13884594" w="13946687">
                  <a:moveTo>
                    <a:pt x="6973343" y="70"/>
                  </a:moveTo>
                  <a:cubicBezTo>
                    <a:pt x="4485729" y="-11055"/>
                    <a:pt x="2182303" y="1309688"/>
                    <a:pt x="935272" y="3462190"/>
                  </a:cubicBezTo>
                  <a:cubicBezTo>
                    <a:pt x="-311758" y="5614693"/>
                    <a:pt x="-311758" y="8269902"/>
                    <a:pt x="935272" y="10422404"/>
                  </a:cubicBezTo>
                  <a:cubicBezTo>
                    <a:pt x="2182303" y="12574907"/>
                    <a:pt x="4485729" y="13895650"/>
                    <a:pt x="6973343" y="13884525"/>
                  </a:cubicBezTo>
                  <a:cubicBezTo>
                    <a:pt x="9460958" y="13895650"/>
                    <a:pt x="11764384" y="12574907"/>
                    <a:pt x="13011414" y="10422404"/>
                  </a:cubicBezTo>
                  <a:cubicBezTo>
                    <a:pt x="14258444" y="8269902"/>
                    <a:pt x="14258444" y="5614693"/>
                    <a:pt x="13011414" y="3462190"/>
                  </a:cubicBezTo>
                  <a:cubicBezTo>
                    <a:pt x="11764384" y="1309688"/>
                    <a:pt x="9460958" y="-11055"/>
                    <a:pt x="6973343" y="7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name="Freeform 56" id="56"/>
            <p:cNvSpPr/>
            <p:nvPr/>
          </p:nvSpPr>
          <p:spPr>
            <a:xfrm flipH="false" flipV="false" rot="0">
              <a:off x="53489" y="84159"/>
              <a:ext cx="13777477" cy="13716138"/>
            </a:xfrm>
            <a:custGeom>
              <a:avLst/>
              <a:gdLst/>
              <a:ahLst/>
              <a:cxnLst/>
              <a:rect r="r" b="b" t="t" l="l"/>
              <a:pathLst>
                <a:path h="13716138" w="13777477">
                  <a:moveTo>
                    <a:pt x="6888738" y="69"/>
                  </a:moveTo>
                  <a:cubicBezTo>
                    <a:pt x="4431305" y="-10921"/>
                    <a:pt x="2155826" y="1293797"/>
                    <a:pt x="923925" y="3420184"/>
                  </a:cubicBezTo>
                  <a:cubicBezTo>
                    <a:pt x="-307975" y="5546572"/>
                    <a:pt x="-307975" y="8169565"/>
                    <a:pt x="923925" y="10295952"/>
                  </a:cubicBezTo>
                  <a:cubicBezTo>
                    <a:pt x="2155826" y="12422340"/>
                    <a:pt x="4431305" y="13727058"/>
                    <a:pt x="6888738" y="13716068"/>
                  </a:cubicBezTo>
                  <a:cubicBezTo>
                    <a:pt x="9346172" y="13727058"/>
                    <a:pt x="11621651" y="12422340"/>
                    <a:pt x="12853552" y="10295952"/>
                  </a:cubicBezTo>
                  <a:cubicBezTo>
                    <a:pt x="14085453" y="8169565"/>
                    <a:pt x="14085453" y="5546572"/>
                    <a:pt x="12853552" y="3420184"/>
                  </a:cubicBezTo>
                  <a:cubicBezTo>
                    <a:pt x="11621651" y="1293797"/>
                    <a:pt x="9346172" y="-10921"/>
                    <a:pt x="6888738" y="69"/>
                  </a:cubicBezTo>
                  <a:close/>
                </a:path>
              </a:pathLst>
            </a:custGeom>
            <a:blipFill>
              <a:blip r:embed="rId3"/>
              <a:stretch>
                <a:fillRect l="-26625" t="-3379" r="-24461" b="-4170"/>
              </a:stretch>
            </a:blipFill>
          </p:spPr>
        </p:sp>
      </p:grpSp>
      <p:grpSp>
        <p:nvGrpSpPr>
          <p:cNvPr name="Group 57" id="57"/>
          <p:cNvGrpSpPr>
            <a:grpSpLocks noChangeAspect="true"/>
          </p:cNvGrpSpPr>
          <p:nvPr/>
        </p:nvGrpSpPr>
        <p:grpSpPr>
          <a:xfrm rot="0">
            <a:off x="11657048" y="2726947"/>
            <a:ext cx="3860671" cy="3860671"/>
            <a:chOff x="0" y="0"/>
            <a:chExt cx="13884457" cy="13884457"/>
          </a:xfrm>
        </p:grpSpPr>
        <p:sp>
          <p:nvSpPr>
            <p:cNvPr name="Freeform 58" id="58"/>
            <p:cNvSpPr/>
            <p:nvPr/>
          </p:nvSpPr>
          <p:spPr>
            <a:xfrm flipH="false" flipV="false" rot="0">
              <a:off x="-31116" y="-70"/>
              <a:ext cx="13946687" cy="13884594"/>
            </a:xfrm>
            <a:custGeom>
              <a:avLst/>
              <a:gdLst/>
              <a:ahLst/>
              <a:cxnLst/>
              <a:rect r="r" b="b" t="t" l="l"/>
              <a:pathLst>
                <a:path h="13884594" w="13946687">
                  <a:moveTo>
                    <a:pt x="6973343" y="70"/>
                  </a:moveTo>
                  <a:cubicBezTo>
                    <a:pt x="4485729" y="-11055"/>
                    <a:pt x="2182303" y="1309688"/>
                    <a:pt x="935272" y="3462190"/>
                  </a:cubicBezTo>
                  <a:cubicBezTo>
                    <a:pt x="-311758" y="5614693"/>
                    <a:pt x="-311758" y="8269902"/>
                    <a:pt x="935272" y="10422404"/>
                  </a:cubicBezTo>
                  <a:cubicBezTo>
                    <a:pt x="2182303" y="12574907"/>
                    <a:pt x="4485729" y="13895650"/>
                    <a:pt x="6973343" y="13884525"/>
                  </a:cubicBezTo>
                  <a:cubicBezTo>
                    <a:pt x="9460958" y="13895650"/>
                    <a:pt x="11764384" y="12574907"/>
                    <a:pt x="13011414" y="10422404"/>
                  </a:cubicBezTo>
                  <a:cubicBezTo>
                    <a:pt x="14258444" y="8269902"/>
                    <a:pt x="14258444" y="5614693"/>
                    <a:pt x="13011414" y="3462190"/>
                  </a:cubicBezTo>
                  <a:cubicBezTo>
                    <a:pt x="11764384" y="1309688"/>
                    <a:pt x="9460958" y="-11055"/>
                    <a:pt x="6973343" y="7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name="Freeform 59" id="59"/>
            <p:cNvSpPr/>
            <p:nvPr/>
          </p:nvSpPr>
          <p:spPr>
            <a:xfrm flipH="false" flipV="false" rot="0">
              <a:off x="53489" y="84159"/>
              <a:ext cx="13777477" cy="13716138"/>
            </a:xfrm>
            <a:custGeom>
              <a:avLst/>
              <a:gdLst/>
              <a:ahLst/>
              <a:cxnLst/>
              <a:rect r="r" b="b" t="t" l="l"/>
              <a:pathLst>
                <a:path h="13716138" w="13777477">
                  <a:moveTo>
                    <a:pt x="6888738" y="69"/>
                  </a:moveTo>
                  <a:cubicBezTo>
                    <a:pt x="4431305" y="-10921"/>
                    <a:pt x="2155826" y="1293797"/>
                    <a:pt x="923925" y="3420184"/>
                  </a:cubicBezTo>
                  <a:cubicBezTo>
                    <a:pt x="-307975" y="5546572"/>
                    <a:pt x="-307975" y="8169565"/>
                    <a:pt x="923925" y="10295952"/>
                  </a:cubicBezTo>
                  <a:cubicBezTo>
                    <a:pt x="2155826" y="12422340"/>
                    <a:pt x="4431305" y="13727058"/>
                    <a:pt x="6888738" y="13716068"/>
                  </a:cubicBezTo>
                  <a:cubicBezTo>
                    <a:pt x="9346172" y="13727058"/>
                    <a:pt x="11621651" y="12422340"/>
                    <a:pt x="12853552" y="10295952"/>
                  </a:cubicBezTo>
                  <a:cubicBezTo>
                    <a:pt x="14085453" y="8169565"/>
                    <a:pt x="14085453" y="5546572"/>
                    <a:pt x="12853552" y="3420184"/>
                  </a:cubicBezTo>
                  <a:cubicBezTo>
                    <a:pt x="11621651" y="1293797"/>
                    <a:pt x="9346172" y="-10921"/>
                    <a:pt x="6888738" y="69"/>
                  </a:cubicBezTo>
                  <a:close/>
                </a:path>
              </a:pathLst>
            </a:custGeom>
            <a:blipFill>
              <a:blip r:embed="rId4"/>
              <a:stretch>
                <a:fillRect l="-12641" t="0" r="-12641" b="0"/>
              </a:stretch>
            </a:blipFill>
          </p:spPr>
        </p:sp>
      </p:grpSp>
      <p:sp>
        <p:nvSpPr>
          <p:cNvPr name="TextBox 60" id="60"/>
          <p:cNvSpPr txBox="true"/>
          <p:nvPr/>
        </p:nvSpPr>
        <p:spPr>
          <a:xfrm rot="0">
            <a:off x="2431765" y="6813948"/>
            <a:ext cx="4567636" cy="46451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3742"/>
              </a:lnSpc>
            </a:pPr>
            <a:r>
              <a:rPr lang="en-US" sz="2672">
                <a:solidFill>
                  <a:srgbClr val="17415F"/>
                </a:solidFill>
                <a:latin typeface="Canva Sans"/>
                <a:ea typeface="Canva Sans"/>
                <a:cs typeface="Canva Sans"/>
                <a:sym typeface="Canva Sans"/>
              </a:rPr>
              <a:t>Heal</a:t>
            </a:r>
            <a:r>
              <a:rPr lang="en-US" sz="2672">
                <a:solidFill>
                  <a:srgbClr val="17415F"/>
                </a:solidFill>
                <a:latin typeface="Canva Sans"/>
                <a:ea typeface="Canva Sans"/>
                <a:cs typeface="Canva Sans"/>
                <a:sym typeface="Canva Sans"/>
              </a:rPr>
              <a:t>thy retinal appearance</a:t>
            </a:r>
          </a:p>
        </p:txBody>
      </p:sp>
      <p:sp>
        <p:nvSpPr>
          <p:cNvPr name="TextBox 61" id="61"/>
          <p:cNvSpPr txBox="true"/>
          <p:nvPr/>
        </p:nvSpPr>
        <p:spPr>
          <a:xfrm rot="0">
            <a:off x="10232151" y="6813948"/>
            <a:ext cx="6710464" cy="45598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742"/>
              </a:lnSpc>
            </a:pPr>
            <a:r>
              <a:rPr lang="en-US" sz="2672">
                <a:solidFill>
                  <a:srgbClr val="17415F"/>
                </a:solidFill>
                <a:latin typeface="Canva Sans"/>
                <a:ea typeface="Canva Sans"/>
                <a:cs typeface="Canva Sans"/>
                <a:sym typeface="Canva Sans"/>
              </a:rPr>
              <a:t>R</a:t>
            </a:r>
            <a:r>
              <a:rPr lang="en-US" sz="2672">
                <a:solidFill>
                  <a:srgbClr val="17415F"/>
                </a:solidFill>
                <a:latin typeface="Canva Sans"/>
                <a:ea typeface="Canva Sans"/>
                <a:cs typeface="Canva Sans"/>
                <a:sym typeface="Canva Sans"/>
              </a:rPr>
              <a:t>etinal abnormalities associated with DR</a:t>
            </a:r>
          </a:p>
        </p:txBody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gradFill rotWithShape="true">
          <a:gsLst>
            <a:gs pos="0">
              <a:srgbClr val="FBFBFB">
                <a:alpha val="100000"/>
              </a:srgbClr>
            </a:gs>
            <a:gs pos="33333">
              <a:srgbClr val="F1F1F1">
                <a:alpha val="66500"/>
              </a:srgbClr>
            </a:gs>
            <a:gs pos="66667">
              <a:srgbClr val="E9E9E9">
                <a:alpha val="67000"/>
              </a:srgbClr>
            </a:gs>
            <a:gs pos="100000">
              <a:srgbClr val="E0E1E3">
                <a:alpha val="25000"/>
              </a:srgbClr>
            </a:gs>
          </a:gsLst>
          <a:lin ang="540000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-1039392">
            <a:off x="-5599131" y="-3928144"/>
            <a:ext cx="29486263" cy="18143288"/>
            <a:chOff x="0" y="0"/>
            <a:chExt cx="39315017" cy="24191051"/>
          </a:xfrm>
        </p:grpSpPr>
        <p:sp>
          <p:nvSpPr>
            <p:cNvPr name="Freeform 3" id="3"/>
            <p:cNvSpPr/>
            <p:nvPr/>
          </p:nvSpPr>
          <p:spPr>
            <a:xfrm flipH="false" flipV="true" rot="0">
              <a:off x="10693806" y="890869"/>
              <a:ext cx="13700313" cy="12738888"/>
            </a:xfrm>
            <a:custGeom>
              <a:avLst/>
              <a:gdLst/>
              <a:ahLst/>
              <a:cxnLst/>
              <a:rect r="r" b="b" t="t" l="l"/>
              <a:pathLst>
                <a:path h="12738888" w="13700313">
                  <a:moveTo>
                    <a:pt x="0" y="12738888"/>
                  </a:moveTo>
                  <a:lnTo>
                    <a:pt x="13700313" y="12738888"/>
                  </a:lnTo>
                  <a:lnTo>
                    <a:pt x="13700313" y="0"/>
                  </a:lnTo>
                  <a:lnTo>
                    <a:pt x="0" y="0"/>
                  </a:lnTo>
                  <a:lnTo>
                    <a:pt x="0" y="12738888"/>
                  </a:lnTo>
                  <a:close/>
                </a:path>
              </a:pathLst>
            </a:custGeom>
            <a:blipFill>
              <a:blip r:embed="rId2">
                <a:alphaModFix amt="10999"/>
              </a:blip>
              <a:stretch>
                <a:fillRect l="0" t="0" r="0" b="0"/>
              </a:stretch>
            </a:blipFill>
          </p:spPr>
        </p:sp>
        <p:sp>
          <p:nvSpPr>
            <p:cNvPr name="Freeform 4" id="4"/>
            <p:cNvSpPr/>
            <p:nvPr/>
          </p:nvSpPr>
          <p:spPr>
            <a:xfrm flipH="false" flipV="true" rot="0">
              <a:off x="21387611" y="0"/>
              <a:ext cx="13700313" cy="12738888"/>
            </a:xfrm>
            <a:custGeom>
              <a:avLst/>
              <a:gdLst/>
              <a:ahLst/>
              <a:cxnLst/>
              <a:rect r="r" b="b" t="t" l="l"/>
              <a:pathLst>
                <a:path h="12738888" w="13700313">
                  <a:moveTo>
                    <a:pt x="0" y="12738888"/>
                  </a:moveTo>
                  <a:lnTo>
                    <a:pt x="13700314" y="12738888"/>
                  </a:lnTo>
                  <a:lnTo>
                    <a:pt x="13700314" y="0"/>
                  </a:lnTo>
                  <a:lnTo>
                    <a:pt x="0" y="0"/>
                  </a:lnTo>
                  <a:lnTo>
                    <a:pt x="0" y="12738888"/>
                  </a:lnTo>
                  <a:close/>
                </a:path>
              </a:pathLst>
            </a:custGeom>
            <a:blipFill>
              <a:blip r:embed="rId2">
                <a:alphaModFix amt="10999"/>
              </a:blip>
              <a:stretch>
                <a:fillRect l="0" t="0" r="0" b="0"/>
              </a:stretch>
            </a:blipFill>
          </p:spPr>
        </p:sp>
        <p:sp>
          <p:nvSpPr>
            <p:cNvPr name="Freeform 5" id="5"/>
            <p:cNvSpPr/>
            <p:nvPr/>
          </p:nvSpPr>
          <p:spPr>
            <a:xfrm flipH="true" flipV="false" rot="0">
              <a:off x="25614703" y="9670425"/>
              <a:ext cx="13700313" cy="12738888"/>
            </a:xfrm>
            <a:custGeom>
              <a:avLst/>
              <a:gdLst/>
              <a:ahLst/>
              <a:cxnLst/>
              <a:rect r="r" b="b" t="t" l="l"/>
              <a:pathLst>
                <a:path h="12738888" w="13700313">
                  <a:moveTo>
                    <a:pt x="13700314" y="0"/>
                  </a:moveTo>
                  <a:lnTo>
                    <a:pt x="0" y="0"/>
                  </a:lnTo>
                  <a:lnTo>
                    <a:pt x="0" y="12738888"/>
                  </a:lnTo>
                  <a:lnTo>
                    <a:pt x="13700314" y="12738888"/>
                  </a:lnTo>
                  <a:lnTo>
                    <a:pt x="13700314" y="0"/>
                  </a:lnTo>
                  <a:close/>
                </a:path>
              </a:pathLst>
            </a:custGeom>
            <a:blipFill>
              <a:blip r:embed="rId2">
                <a:alphaModFix amt="10999"/>
              </a:blip>
              <a:stretch>
                <a:fillRect l="0" t="0" r="0" b="0"/>
              </a:stretch>
            </a:blipFill>
          </p:spPr>
        </p:sp>
        <p:sp>
          <p:nvSpPr>
            <p:cNvPr name="Freeform 6" id="6"/>
            <p:cNvSpPr/>
            <p:nvPr/>
          </p:nvSpPr>
          <p:spPr>
            <a:xfrm flipH="true" flipV="false" rot="0">
              <a:off x="14920898" y="10561294"/>
              <a:ext cx="13700313" cy="12738888"/>
            </a:xfrm>
            <a:custGeom>
              <a:avLst/>
              <a:gdLst/>
              <a:ahLst/>
              <a:cxnLst/>
              <a:rect r="r" b="b" t="t" l="l"/>
              <a:pathLst>
                <a:path h="12738888" w="13700313">
                  <a:moveTo>
                    <a:pt x="13700313" y="0"/>
                  </a:moveTo>
                  <a:lnTo>
                    <a:pt x="0" y="0"/>
                  </a:lnTo>
                  <a:lnTo>
                    <a:pt x="0" y="12738888"/>
                  </a:lnTo>
                  <a:lnTo>
                    <a:pt x="13700313" y="12738888"/>
                  </a:lnTo>
                  <a:lnTo>
                    <a:pt x="13700313" y="0"/>
                  </a:lnTo>
                  <a:close/>
                </a:path>
              </a:pathLst>
            </a:custGeom>
            <a:blipFill>
              <a:blip r:embed="rId2">
                <a:alphaModFix amt="10999"/>
              </a:blip>
              <a:stretch>
                <a:fillRect l="0" t="0" r="0" b="0"/>
              </a:stretch>
            </a:blipFill>
          </p:spPr>
        </p:sp>
        <p:sp>
          <p:nvSpPr>
            <p:cNvPr name="Freeform 7" id="7"/>
            <p:cNvSpPr/>
            <p:nvPr/>
          </p:nvSpPr>
          <p:spPr>
            <a:xfrm flipH="false" flipV="true" rot="0">
              <a:off x="0" y="1781739"/>
              <a:ext cx="13700313" cy="12738888"/>
            </a:xfrm>
            <a:custGeom>
              <a:avLst/>
              <a:gdLst/>
              <a:ahLst/>
              <a:cxnLst/>
              <a:rect r="r" b="b" t="t" l="l"/>
              <a:pathLst>
                <a:path h="12738888" w="13700313">
                  <a:moveTo>
                    <a:pt x="0" y="12738888"/>
                  </a:moveTo>
                  <a:lnTo>
                    <a:pt x="13700313" y="12738888"/>
                  </a:lnTo>
                  <a:lnTo>
                    <a:pt x="13700313" y="0"/>
                  </a:lnTo>
                  <a:lnTo>
                    <a:pt x="0" y="0"/>
                  </a:lnTo>
                  <a:lnTo>
                    <a:pt x="0" y="12738888"/>
                  </a:lnTo>
                  <a:close/>
                </a:path>
              </a:pathLst>
            </a:custGeom>
            <a:blipFill>
              <a:blip r:embed="rId2">
                <a:alphaModFix amt="10999"/>
              </a:blip>
              <a:stretch>
                <a:fillRect l="0" t="0" r="0" b="0"/>
              </a:stretch>
            </a:blipFill>
          </p:spPr>
        </p:sp>
        <p:sp>
          <p:nvSpPr>
            <p:cNvPr name="Freeform 8" id="8"/>
            <p:cNvSpPr/>
            <p:nvPr/>
          </p:nvSpPr>
          <p:spPr>
            <a:xfrm flipH="true" flipV="false" rot="0">
              <a:off x="4227092" y="11452163"/>
              <a:ext cx="13700313" cy="12738888"/>
            </a:xfrm>
            <a:custGeom>
              <a:avLst/>
              <a:gdLst/>
              <a:ahLst/>
              <a:cxnLst/>
              <a:rect r="r" b="b" t="t" l="l"/>
              <a:pathLst>
                <a:path h="12738888" w="13700313">
                  <a:moveTo>
                    <a:pt x="13700313" y="0"/>
                  </a:moveTo>
                  <a:lnTo>
                    <a:pt x="0" y="0"/>
                  </a:lnTo>
                  <a:lnTo>
                    <a:pt x="0" y="12738888"/>
                  </a:lnTo>
                  <a:lnTo>
                    <a:pt x="13700313" y="12738888"/>
                  </a:lnTo>
                  <a:lnTo>
                    <a:pt x="13700313" y="0"/>
                  </a:lnTo>
                  <a:close/>
                </a:path>
              </a:pathLst>
            </a:custGeom>
            <a:blipFill>
              <a:blip r:embed="rId2">
                <a:alphaModFix amt="10999"/>
              </a:blip>
              <a:stretch>
                <a:fillRect l="0" t="0" r="0" b="0"/>
              </a:stretch>
            </a:blipFill>
          </p:spPr>
        </p:sp>
      </p:grpSp>
      <p:grpSp>
        <p:nvGrpSpPr>
          <p:cNvPr name="Group 9" id="9"/>
          <p:cNvGrpSpPr/>
          <p:nvPr/>
        </p:nvGrpSpPr>
        <p:grpSpPr>
          <a:xfrm rot="0">
            <a:off x="328767" y="219345"/>
            <a:ext cx="17630466" cy="9566473"/>
            <a:chOff x="0" y="0"/>
            <a:chExt cx="23507288" cy="12755298"/>
          </a:xfrm>
        </p:grpSpPr>
        <p:grpSp>
          <p:nvGrpSpPr>
            <p:cNvPr name="Group 10" id="10"/>
            <p:cNvGrpSpPr/>
            <p:nvPr/>
          </p:nvGrpSpPr>
          <p:grpSpPr>
            <a:xfrm rot="0">
              <a:off x="0" y="7832412"/>
              <a:ext cx="63500" cy="4922886"/>
              <a:chOff x="0" y="0"/>
              <a:chExt cx="12543" cy="972422"/>
            </a:xfrm>
          </p:grpSpPr>
          <p:sp>
            <p:nvSpPr>
              <p:cNvPr name="Freeform 11" id="11"/>
              <p:cNvSpPr/>
              <p:nvPr/>
            </p:nvSpPr>
            <p:spPr>
              <a:xfrm flipH="false" flipV="false" rot="0">
                <a:off x="0" y="0"/>
                <a:ext cx="12543" cy="972422"/>
              </a:xfrm>
              <a:custGeom>
                <a:avLst/>
                <a:gdLst/>
                <a:ahLst/>
                <a:cxnLst/>
                <a:rect r="r" b="b" t="t" l="l"/>
                <a:pathLst>
                  <a:path h="972422" w="12543">
                    <a:moveTo>
                      <a:pt x="0" y="0"/>
                    </a:moveTo>
                    <a:lnTo>
                      <a:pt x="12543" y="0"/>
                    </a:lnTo>
                    <a:lnTo>
                      <a:pt x="12543" y="972422"/>
                    </a:lnTo>
                    <a:lnTo>
                      <a:pt x="0" y="972422"/>
                    </a:lnTo>
                    <a:close/>
                  </a:path>
                </a:pathLst>
              </a:custGeom>
              <a:solidFill>
                <a:srgbClr val="17415F"/>
              </a:solidFill>
            </p:spPr>
          </p:sp>
          <p:sp>
            <p:nvSpPr>
              <p:cNvPr name="TextBox 12" id="12"/>
              <p:cNvSpPr txBox="true"/>
              <p:nvPr/>
            </p:nvSpPr>
            <p:spPr>
              <a:xfrm>
                <a:off x="0" y="-38100"/>
                <a:ext cx="12543" cy="1010522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grpSp>
          <p:nvGrpSpPr>
            <p:cNvPr name="Group 13" id="13"/>
            <p:cNvGrpSpPr/>
            <p:nvPr/>
          </p:nvGrpSpPr>
          <p:grpSpPr>
            <a:xfrm rot="-5400000">
              <a:off x="6920832" y="5834466"/>
              <a:ext cx="63500" cy="13778164"/>
              <a:chOff x="0" y="0"/>
              <a:chExt cx="12543" cy="2721613"/>
            </a:xfrm>
          </p:grpSpPr>
          <p:sp>
            <p:nvSpPr>
              <p:cNvPr name="Freeform 14" id="14"/>
              <p:cNvSpPr/>
              <p:nvPr/>
            </p:nvSpPr>
            <p:spPr>
              <a:xfrm flipH="false" flipV="false" rot="0">
                <a:off x="0" y="0"/>
                <a:ext cx="12543" cy="2721613"/>
              </a:xfrm>
              <a:custGeom>
                <a:avLst/>
                <a:gdLst/>
                <a:ahLst/>
                <a:cxnLst/>
                <a:rect r="r" b="b" t="t" l="l"/>
                <a:pathLst>
                  <a:path h="2721613" w="12543">
                    <a:moveTo>
                      <a:pt x="0" y="0"/>
                    </a:moveTo>
                    <a:lnTo>
                      <a:pt x="12543" y="0"/>
                    </a:lnTo>
                    <a:lnTo>
                      <a:pt x="12543" y="2721613"/>
                    </a:lnTo>
                    <a:lnTo>
                      <a:pt x="0" y="2721613"/>
                    </a:lnTo>
                    <a:close/>
                  </a:path>
                </a:pathLst>
              </a:custGeom>
              <a:solidFill>
                <a:srgbClr val="17415F"/>
              </a:solidFill>
            </p:spPr>
          </p:sp>
          <p:sp>
            <p:nvSpPr>
              <p:cNvPr name="TextBox 15" id="15"/>
              <p:cNvSpPr txBox="true"/>
              <p:nvPr/>
            </p:nvSpPr>
            <p:spPr>
              <a:xfrm>
                <a:off x="0" y="-38100"/>
                <a:ext cx="12543" cy="2759713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grpSp>
          <p:nvGrpSpPr>
            <p:cNvPr name="Group 16" id="16"/>
            <p:cNvGrpSpPr/>
            <p:nvPr/>
          </p:nvGrpSpPr>
          <p:grpSpPr>
            <a:xfrm rot="-10800000">
              <a:off x="23443788" y="0"/>
              <a:ext cx="63500" cy="4922886"/>
              <a:chOff x="0" y="0"/>
              <a:chExt cx="12543" cy="972422"/>
            </a:xfrm>
          </p:grpSpPr>
          <p:sp>
            <p:nvSpPr>
              <p:cNvPr name="Freeform 17" id="17"/>
              <p:cNvSpPr/>
              <p:nvPr/>
            </p:nvSpPr>
            <p:spPr>
              <a:xfrm flipH="false" flipV="false" rot="0">
                <a:off x="0" y="0"/>
                <a:ext cx="12543" cy="972422"/>
              </a:xfrm>
              <a:custGeom>
                <a:avLst/>
                <a:gdLst/>
                <a:ahLst/>
                <a:cxnLst/>
                <a:rect r="r" b="b" t="t" l="l"/>
                <a:pathLst>
                  <a:path h="972422" w="12543">
                    <a:moveTo>
                      <a:pt x="0" y="0"/>
                    </a:moveTo>
                    <a:lnTo>
                      <a:pt x="12543" y="0"/>
                    </a:lnTo>
                    <a:lnTo>
                      <a:pt x="12543" y="972422"/>
                    </a:lnTo>
                    <a:lnTo>
                      <a:pt x="0" y="972422"/>
                    </a:lnTo>
                    <a:close/>
                  </a:path>
                </a:pathLst>
              </a:custGeom>
              <a:solidFill>
                <a:srgbClr val="17415F"/>
              </a:solidFill>
            </p:spPr>
          </p:sp>
          <p:sp>
            <p:nvSpPr>
              <p:cNvPr name="TextBox 18" id="18"/>
              <p:cNvSpPr txBox="true"/>
              <p:nvPr/>
            </p:nvSpPr>
            <p:spPr>
              <a:xfrm>
                <a:off x="0" y="-38100"/>
                <a:ext cx="12543" cy="1010522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grpSp>
          <p:nvGrpSpPr>
            <p:cNvPr name="Group 19" id="19"/>
            <p:cNvGrpSpPr/>
            <p:nvPr/>
          </p:nvGrpSpPr>
          <p:grpSpPr>
            <a:xfrm rot="5400000">
              <a:off x="16522956" y="-6857332"/>
              <a:ext cx="63500" cy="13778164"/>
              <a:chOff x="0" y="0"/>
              <a:chExt cx="12543" cy="2721613"/>
            </a:xfrm>
          </p:grpSpPr>
          <p:sp>
            <p:nvSpPr>
              <p:cNvPr name="Freeform 20" id="20"/>
              <p:cNvSpPr/>
              <p:nvPr/>
            </p:nvSpPr>
            <p:spPr>
              <a:xfrm flipH="false" flipV="false" rot="0">
                <a:off x="0" y="0"/>
                <a:ext cx="12543" cy="2721613"/>
              </a:xfrm>
              <a:custGeom>
                <a:avLst/>
                <a:gdLst/>
                <a:ahLst/>
                <a:cxnLst/>
                <a:rect r="r" b="b" t="t" l="l"/>
                <a:pathLst>
                  <a:path h="2721613" w="12543">
                    <a:moveTo>
                      <a:pt x="0" y="0"/>
                    </a:moveTo>
                    <a:lnTo>
                      <a:pt x="12543" y="0"/>
                    </a:lnTo>
                    <a:lnTo>
                      <a:pt x="12543" y="2721613"/>
                    </a:lnTo>
                    <a:lnTo>
                      <a:pt x="0" y="2721613"/>
                    </a:lnTo>
                    <a:close/>
                  </a:path>
                </a:pathLst>
              </a:custGeom>
              <a:solidFill>
                <a:srgbClr val="17415F"/>
              </a:solidFill>
            </p:spPr>
          </p:sp>
          <p:sp>
            <p:nvSpPr>
              <p:cNvPr name="TextBox 21" id="21"/>
              <p:cNvSpPr txBox="true"/>
              <p:nvPr/>
            </p:nvSpPr>
            <p:spPr>
              <a:xfrm>
                <a:off x="0" y="-38100"/>
                <a:ext cx="12543" cy="2759713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grpSp>
          <p:nvGrpSpPr>
            <p:cNvPr name="Group 22" id="22"/>
            <p:cNvGrpSpPr/>
            <p:nvPr/>
          </p:nvGrpSpPr>
          <p:grpSpPr>
            <a:xfrm rot="-10800000">
              <a:off x="22957231" y="413305"/>
              <a:ext cx="63500" cy="1669468"/>
              <a:chOff x="0" y="0"/>
              <a:chExt cx="12543" cy="329771"/>
            </a:xfrm>
          </p:grpSpPr>
          <p:sp>
            <p:nvSpPr>
              <p:cNvPr name="Freeform 23" id="23"/>
              <p:cNvSpPr/>
              <p:nvPr/>
            </p:nvSpPr>
            <p:spPr>
              <a:xfrm flipH="false" flipV="false" rot="0">
                <a:off x="0" y="0"/>
                <a:ext cx="12543" cy="329771"/>
              </a:xfrm>
              <a:custGeom>
                <a:avLst/>
                <a:gdLst/>
                <a:ahLst/>
                <a:cxnLst/>
                <a:rect r="r" b="b" t="t" l="l"/>
                <a:pathLst>
                  <a:path h="329771" w="12543">
                    <a:moveTo>
                      <a:pt x="0" y="0"/>
                    </a:moveTo>
                    <a:lnTo>
                      <a:pt x="12543" y="0"/>
                    </a:lnTo>
                    <a:lnTo>
                      <a:pt x="12543" y="329771"/>
                    </a:lnTo>
                    <a:lnTo>
                      <a:pt x="0" y="329771"/>
                    </a:lnTo>
                    <a:close/>
                  </a:path>
                </a:pathLst>
              </a:custGeom>
              <a:solidFill>
                <a:srgbClr val="17415F"/>
              </a:solidFill>
            </p:spPr>
          </p:sp>
          <p:sp>
            <p:nvSpPr>
              <p:cNvPr name="TextBox 24" id="24"/>
              <p:cNvSpPr txBox="true"/>
              <p:nvPr/>
            </p:nvSpPr>
            <p:spPr>
              <a:xfrm>
                <a:off x="0" y="-38100"/>
                <a:ext cx="12543" cy="367871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grpSp>
          <p:nvGrpSpPr>
            <p:cNvPr name="Group 25" id="25"/>
            <p:cNvGrpSpPr/>
            <p:nvPr/>
          </p:nvGrpSpPr>
          <p:grpSpPr>
            <a:xfrm rot="5400000">
              <a:off x="20138971" y="-2378926"/>
              <a:ext cx="63500" cy="5647961"/>
              <a:chOff x="0" y="0"/>
              <a:chExt cx="12543" cy="1115647"/>
            </a:xfrm>
          </p:grpSpPr>
          <p:sp>
            <p:nvSpPr>
              <p:cNvPr name="Freeform 26" id="26"/>
              <p:cNvSpPr/>
              <p:nvPr/>
            </p:nvSpPr>
            <p:spPr>
              <a:xfrm flipH="false" flipV="false" rot="0">
                <a:off x="0" y="0"/>
                <a:ext cx="12543" cy="1115647"/>
              </a:xfrm>
              <a:custGeom>
                <a:avLst/>
                <a:gdLst/>
                <a:ahLst/>
                <a:cxnLst/>
                <a:rect r="r" b="b" t="t" l="l"/>
                <a:pathLst>
                  <a:path h="1115647" w="12543">
                    <a:moveTo>
                      <a:pt x="0" y="0"/>
                    </a:moveTo>
                    <a:lnTo>
                      <a:pt x="12543" y="0"/>
                    </a:lnTo>
                    <a:lnTo>
                      <a:pt x="12543" y="1115647"/>
                    </a:lnTo>
                    <a:lnTo>
                      <a:pt x="0" y="1115647"/>
                    </a:lnTo>
                    <a:close/>
                  </a:path>
                </a:pathLst>
              </a:custGeom>
              <a:solidFill>
                <a:srgbClr val="17415F"/>
              </a:solidFill>
            </p:spPr>
          </p:sp>
          <p:sp>
            <p:nvSpPr>
              <p:cNvPr name="TextBox 27" id="27"/>
              <p:cNvSpPr txBox="true"/>
              <p:nvPr/>
            </p:nvSpPr>
            <p:spPr>
              <a:xfrm>
                <a:off x="0" y="-38100"/>
                <a:ext cx="12543" cy="1153747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grpSp>
          <p:nvGrpSpPr>
            <p:cNvPr name="Group 28" id="28"/>
            <p:cNvGrpSpPr/>
            <p:nvPr/>
          </p:nvGrpSpPr>
          <p:grpSpPr>
            <a:xfrm rot="0">
              <a:off x="486556" y="10672525"/>
              <a:ext cx="63500" cy="1669468"/>
              <a:chOff x="0" y="0"/>
              <a:chExt cx="12543" cy="329771"/>
            </a:xfrm>
          </p:grpSpPr>
          <p:sp>
            <p:nvSpPr>
              <p:cNvPr name="Freeform 29" id="29"/>
              <p:cNvSpPr/>
              <p:nvPr/>
            </p:nvSpPr>
            <p:spPr>
              <a:xfrm flipH="false" flipV="false" rot="0">
                <a:off x="0" y="0"/>
                <a:ext cx="12543" cy="329771"/>
              </a:xfrm>
              <a:custGeom>
                <a:avLst/>
                <a:gdLst/>
                <a:ahLst/>
                <a:cxnLst/>
                <a:rect r="r" b="b" t="t" l="l"/>
                <a:pathLst>
                  <a:path h="329771" w="12543">
                    <a:moveTo>
                      <a:pt x="0" y="0"/>
                    </a:moveTo>
                    <a:lnTo>
                      <a:pt x="12543" y="0"/>
                    </a:lnTo>
                    <a:lnTo>
                      <a:pt x="12543" y="329771"/>
                    </a:lnTo>
                    <a:lnTo>
                      <a:pt x="0" y="329771"/>
                    </a:lnTo>
                    <a:close/>
                  </a:path>
                </a:pathLst>
              </a:custGeom>
              <a:solidFill>
                <a:srgbClr val="17415F"/>
              </a:solidFill>
            </p:spPr>
          </p:sp>
          <p:sp>
            <p:nvSpPr>
              <p:cNvPr name="TextBox 30" id="30"/>
              <p:cNvSpPr txBox="true"/>
              <p:nvPr/>
            </p:nvSpPr>
            <p:spPr>
              <a:xfrm>
                <a:off x="0" y="-38100"/>
                <a:ext cx="12543" cy="367871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grpSp>
          <p:nvGrpSpPr>
            <p:cNvPr name="Group 31" id="31"/>
            <p:cNvGrpSpPr/>
            <p:nvPr/>
          </p:nvGrpSpPr>
          <p:grpSpPr>
            <a:xfrm rot="-5400000">
              <a:off x="3304817" y="9486262"/>
              <a:ext cx="63500" cy="5647961"/>
              <a:chOff x="0" y="0"/>
              <a:chExt cx="12543" cy="1115647"/>
            </a:xfrm>
          </p:grpSpPr>
          <p:sp>
            <p:nvSpPr>
              <p:cNvPr name="Freeform 32" id="32"/>
              <p:cNvSpPr/>
              <p:nvPr/>
            </p:nvSpPr>
            <p:spPr>
              <a:xfrm flipH="false" flipV="false" rot="0">
                <a:off x="0" y="0"/>
                <a:ext cx="12543" cy="1115647"/>
              </a:xfrm>
              <a:custGeom>
                <a:avLst/>
                <a:gdLst/>
                <a:ahLst/>
                <a:cxnLst/>
                <a:rect r="r" b="b" t="t" l="l"/>
                <a:pathLst>
                  <a:path h="1115647" w="12543">
                    <a:moveTo>
                      <a:pt x="0" y="0"/>
                    </a:moveTo>
                    <a:lnTo>
                      <a:pt x="12543" y="0"/>
                    </a:lnTo>
                    <a:lnTo>
                      <a:pt x="12543" y="1115647"/>
                    </a:lnTo>
                    <a:lnTo>
                      <a:pt x="0" y="1115647"/>
                    </a:lnTo>
                    <a:close/>
                  </a:path>
                </a:pathLst>
              </a:custGeom>
              <a:solidFill>
                <a:srgbClr val="17415F"/>
              </a:solidFill>
            </p:spPr>
          </p:sp>
          <p:sp>
            <p:nvSpPr>
              <p:cNvPr name="TextBox 33" id="33"/>
              <p:cNvSpPr txBox="true"/>
              <p:nvPr/>
            </p:nvSpPr>
            <p:spPr>
              <a:xfrm>
                <a:off x="0" y="-38100"/>
                <a:ext cx="12543" cy="1153747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</p:grpSp>
      <p:grpSp>
        <p:nvGrpSpPr>
          <p:cNvPr name="Group 34" id="34"/>
          <p:cNvGrpSpPr/>
          <p:nvPr/>
        </p:nvGrpSpPr>
        <p:grpSpPr>
          <a:xfrm rot="0">
            <a:off x="13955824" y="6587618"/>
            <a:ext cx="6666800" cy="4085592"/>
            <a:chOff x="0" y="0"/>
            <a:chExt cx="8889067" cy="5447455"/>
          </a:xfrm>
        </p:grpSpPr>
        <p:grpSp>
          <p:nvGrpSpPr>
            <p:cNvPr name="Group 35" id="35"/>
            <p:cNvGrpSpPr/>
            <p:nvPr/>
          </p:nvGrpSpPr>
          <p:grpSpPr>
            <a:xfrm rot="-10800000">
              <a:off x="2663403" y="0"/>
              <a:ext cx="6225663" cy="5447455"/>
              <a:chOff x="0" y="0"/>
              <a:chExt cx="812800" cy="711200"/>
            </a:xfrm>
          </p:grpSpPr>
          <p:sp>
            <p:nvSpPr>
              <p:cNvPr name="Freeform 36" id="36"/>
              <p:cNvSpPr/>
              <p:nvPr/>
            </p:nvSpPr>
            <p:spPr>
              <a:xfrm flipH="false" flipV="false" rot="0">
                <a:off x="0" y="0"/>
                <a:ext cx="812800" cy="711200"/>
              </a:xfrm>
              <a:custGeom>
                <a:avLst/>
                <a:gdLst/>
                <a:ahLst/>
                <a:cxnLst/>
                <a:rect r="r" b="b" t="t" l="l"/>
                <a:pathLst>
                  <a:path h="711200" w="812800">
                    <a:moveTo>
                      <a:pt x="406400" y="711200"/>
                    </a:moveTo>
                    <a:lnTo>
                      <a:pt x="812800" y="0"/>
                    </a:lnTo>
                    <a:lnTo>
                      <a:pt x="0" y="0"/>
                    </a:lnTo>
                    <a:lnTo>
                      <a:pt x="406400" y="711200"/>
                    </a:lnTo>
                    <a:close/>
                  </a:path>
                </a:pathLst>
              </a:custGeom>
              <a:solidFill>
                <a:srgbClr val="6B7A8C"/>
              </a:solidFill>
            </p:spPr>
          </p:sp>
          <p:sp>
            <p:nvSpPr>
              <p:cNvPr name="TextBox 37" id="37"/>
              <p:cNvSpPr txBox="true"/>
              <p:nvPr/>
            </p:nvSpPr>
            <p:spPr>
              <a:xfrm>
                <a:off x="127000" y="12700"/>
                <a:ext cx="558800" cy="36830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grpSp>
          <p:nvGrpSpPr>
            <p:cNvPr name="Group 38" id="38"/>
            <p:cNvGrpSpPr/>
            <p:nvPr/>
          </p:nvGrpSpPr>
          <p:grpSpPr>
            <a:xfrm rot="-10800000">
              <a:off x="0" y="3821268"/>
              <a:ext cx="5776235" cy="1261779"/>
              <a:chOff x="0" y="0"/>
              <a:chExt cx="1140985" cy="249240"/>
            </a:xfrm>
          </p:grpSpPr>
          <p:sp>
            <p:nvSpPr>
              <p:cNvPr name="Freeform 39" id="39"/>
              <p:cNvSpPr/>
              <p:nvPr/>
            </p:nvSpPr>
            <p:spPr>
              <a:xfrm flipH="false" flipV="false" rot="0">
                <a:off x="0" y="0"/>
                <a:ext cx="1140985" cy="249240"/>
              </a:xfrm>
              <a:custGeom>
                <a:avLst/>
                <a:gdLst/>
                <a:ahLst/>
                <a:cxnLst/>
                <a:rect r="r" b="b" t="t" l="l"/>
                <a:pathLst>
                  <a:path h="249240" w="1140985">
                    <a:moveTo>
                      <a:pt x="203200" y="0"/>
                    </a:moveTo>
                    <a:lnTo>
                      <a:pt x="1140985" y="0"/>
                    </a:lnTo>
                    <a:lnTo>
                      <a:pt x="937785" y="249240"/>
                    </a:lnTo>
                    <a:lnTo>
                      <a:pt x="0" y="249240"/>
                    </a:lnTo>
                    <a:lnTo>
                      <a:pt x="203200" y="0"/>
                    </a:lnTo>
                    <a:close/>
                  </a:path>
                </a:pathLst>
              </a:custGeom>
              <a:solidFill>
                <a:srgbClr val="88A5C4"/>
              </a:solidFill>
            </p:spPr>
          </p:sp>
          <p:sp>
            <p:nvSpPr>
              <p:cNvPr name="TextBox 40" id="40"/>
              <p:cNvSpPr txBox="true"/>
              <p:nvPr/>
            </p:nvSpPr>
            <p:spPr>
              <a:xfrm>
                <a:off x="101600" y="-38100"/>
                <a:ext cx="937785" cy="28734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grpSp>
          <p:nvGrpSpPr>
            <p:cNvPr name="Group 41" id="41"/>
            <p:cNvGrpSpPr/>
            <p:nvPr/>
          </p:nvGrpSpPr>
          <p:grpSpPr>
            <a:xfrm rot="-10800000">
              <a:off x="3094536" y="2203713"/>
              <a:ext cx="1551081" cy="1357196"/>
              <a:chOff x="0" y="0"/>
              <a:chExt cx="812800" cy="711200"/>
            </a:xfrm>
          </p:grpSpPr>
          <p:sp>
            <p:nvSpPr>
              <p:cNvPr name="Freeform 42" id="42"/>
              <p:cNvSpPr/>
              <p:nvPr/>
            </p:nvSpPr>
            <p:spPr>
              <a:xfrm flipH="false" flipV="false" rot="0">
                <a:off x="0" y="0"/>
                <a:ext cx="812800" cy="711200"/>
              </a:xfrm>
              <a:custGeom>
                <a:avLst/>
                <a:gdLst/>
                <a:ahLst/>
                <a:cxnLst/>
                <a:rect r="r" b="b" t="t" l="l"/>
                <a:pathLst>
                  <a:path h="711200" w="812800">
                    <a:moveTo>
                      <a:pt x="406400" y="711200"/>
                    </a:moveTo>
                    <a:lnTo>
                      <a:pt x="812800" y="0"/>
                    </a:lnTo>
                    <a:lnTo>
                      <a:pt x="0" y="0"/>
                    </a:lnTo>
                    <a:lnTo>
                      <a:pt x="406400" y="711200"/>
                    </a:lnTo>
                    <a:close/>
                  </a:path>
                </a:pathLst>
              </a:custGeom>
              <a:solidFill>
                <a:srgbClr val="A5B4C7"/>
              </a:solidFill>
            </p:spPr>
          </p:sp>
          <p:sp>
            <p:nvSpPr>
              <p:cNvPr name="TextBox 43" id="43"/>
              <p:cNvSpPr txBox="true"/>
              <p:nvPr/>
            </p:nvSpPr>
            <p:spPr>
              <a:xfrm>
                <a:off x="127000" y="12700"/>
                <a:ext cx="558800" cy="36830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</p:grpSp>
      <p:grpSp>
        <p:nvGrpSpPr>
          <p:cNvPr name="Group 44" id="44"/>
          <p:cNvGrpSpPr/>
          <p:nvPr/>
        </p:nvGrpSpPr>
        <p:grpSpPr>
          <a:xfrm rot="-10800000">
            <a:off x="-2304700" y="-378866"/>
            <a:ext cx="6666800" cy="4085592"/>
            <a:chOff x="0" y="0"/>
            <a:chExt cx="8889067" cy="5447455"/>
          </a:xfrm>
        </p:grpSpPr>
        <p:grpSp>
          <p:nvGrpSpPr>
            <p:cNvPr name="Group 45" id="45"/>
            <p:cNvGrpSpPr/>
            <p:nvPr/>
          </p:nvGrpSpPr>
          <p:grpSpPr>
            <a:xfrm rot="-10800000">
              <a:off x="2663403" y="0"/>
              <a:ext cx="6225663" cy="5447455"/>
              <a:chOff x="0" y="0"/>
              <a:chExt cx="812800" cy="711200"/>
            </a:xfrm>
          </p:grpSpPr>
          <p:sp>
            <p:nvSpPr>
              <p:cNvPr name="Freeform 46" id="46"/>
              <p:cNvSpPr/>
              <p:nvPr/>
            </p:nvSpPr>
            <p:spPr>
              <a:xfrm flipH="false" flipV="false" rot="0">
                <a:off x="0" y="0"/>
                <a:ext cx="812800" cy="711200"/>
              </a:xfrm>
              <a:custGeom>
                <a:avLst/>
                <a:gdLst/>
                <a:ahLst/>
                <a:cxnLst/>
                <a:rect r="r" b="b" t="t" l="l"/>
                <a:pathLst>
                  <a:path h="711200" w="812800">
                    <a:moveTo>
                      <a:pt x="406400" y="711200"/>
                    </a:moveTo>
                    <a:lnTo>
                      <a:pt x="812800" y="0"/>
                    </a:lnTo>
                    <a:lnTo>
                      <a:pt x="0" y="0"/>
                    </a:lnTo>
                    <a:lnTo>
                      <a:pt x="406400" y="711200"/>
                    </a:lnTo>
                    <a:close/>
                  </a:path>
                </a:pathLst>
              </a:custGeom>
              <a:solidFill>
                <a:srgbClr val="6B7A8C"/>
              </a:solidFill>
            </p:spPr>
          </p:sp>
          <p:sp>
            <p:nvSpPr>
              <p:cNvPr name="TextBox 47" id="47"/>
              <p:cNvSpPr txBox="true"/>
              <p:nvPr/>
            </p:nvSpPr>
            <p:spPr>
              <a:xfrm>
                <a:off x="127000" y="12700"/>
                <a:ext cx="558800" cy="36830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grpSp>
          <p:nvGrpSpPr>
            <p:cNvPr name="Group 48" id="48"/>
            <p:cNvGrpSpPr/>
            <p:nvPr/>
          </p:nvGrpSpPr>
          <p:grpSpPr>
            <a:xfrm rot="-10800000">
              <a:off x="0" y="3821268"/>
              <a:ext cx="5776235" cy="1261779"/>
              <a:chOff x="0" y="0"/>
              <a:chExt cx="1140985" cy="249240"/>
            </a:xfrm>
          </p:grpSpPr>
          <p:sp>
            <p:nvSpPr>
              <p:cNvPr name="Freeform 49" id="49"/>
              <p:cNvSpPr/>
              <p:nvPr/>
            </p:nvSpPr>
            <p:spPr>
              <a:xfrm flipH="false" flipV="false" rot="0">
                <a:off x="0" y="0"/>
                <a:ext cx="1140985" cy="249240"/>
              </a:xfrm>
              <a:custGeom>
                <a:avLst/>
                <a:gdLst/>
                <a:ahLst/>
                <a:cxnLst/>
                <a:rect r="r" b="b" t="t" l="l"/>
                <a:pathLst>
                  <a:path h="249240" w="1140985">
                    <a:moveTo>
                      <a:pt x="203200" y="0"/>
                    </a:moveTo>
                    <a:lnTo>
                      <a:pt x="1140985" y="0"/>
                    </a:lnTo>
                    <a:lnTo>
                      <a:pt x="937785" y="249240"/>
                    </a:lnTo>
                    <a:lnTo>
                      <a:pt x="0" y="249240"/>
                    </a:lnTo>
                    <a:lnTo>
                      <a:pt x="203200" y="0"/>
                    </a:lnTo>
                    <a:close/>
                  </a:path>
                </a:pathLst>
              </a:custGeom>
              <a:solidFill>
                <a:srgbClr val="88A5C4"/>
              </a:solidFill>
            </p:spPr>
          </p:sp>
          <p:sp>
            <p:nvSpPr>
              <p:cNvPr name="TextBox 50" id="50"/>
              <p:cNvSpPr txBox="true"/>
              <p:nvPr/>
            </p:nvSpPr>
            <p:spPr>
              <a:xfrm>
                <a:off x="101600" y="-38100"/>
                <a:ext cx="937785" cy="28734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grpSp>
          <p:nvGrpSpPr>
            <p:cNvPr name="Group 51" id="51"/>
            <p:cNvGrpSpPr/>
            <p:nvPr/>
          </p:nvGrpSpPr>
          <p:grpSpPr>
            <a:xfrm rot="-10800000">
              <a:off x="3094536" y="2203713"/>
              <a:ext cx="1551081" cy="1357196"/>
              <a:chOff x="0" y="0"/>
              <a:chExt cx="812800" cy="711200"/>
            </a:xfrm>
          </p:grpSpPr>
          <p:sp>
            <p:nvSpPr>
              <p:cNvPr name="Freeform 52" id="52"/>
              <p:cNvSpPr/>
              <p:nvPr/>
            </p:nvSpPr>
            <p:spPr>
              <a:xfrm flipH="false" flipV="false" rot="0">
                <a:off x="0" y="0"/>
                <a:ext cx="812800" cy="711200"/>
              </a:xfrm>
              <a:custGeom>
                <a:avLst/>
                <a:gdLst/>
                <a:ahLst/>
                <a:cxnLst/>
                <a:rect r="r" b="b" t="t" l="l"/>
                <a:pathLst>
                  <a:path h="711200" w="812800">
                    <a:moveTo>
                      <a:pt x="406400" y="711200"/>
                    </a:moveTo>
                    <a:lnTo>
                      <a:pt x="812800" y="0"/>
                    </a:lnTo>
                    <a:lnTo>
                      <a:pt x="0" y="0"/>
                    </a:lnTo>
                    <a:lnTo>
                      <a:pt x="406400" y="711200"/>
                    </a:lnTo>
                    <a:close/>
                  </a:path>
                </a:pathLst>
              </a:custGeom>
              <a:solidFill>
                <a:srgbClr val="A5B4C7"/>
              </a:solidFill>
            </p:spPr>
          </p:sp>
          <p:sp>
            <p:nvSpPr>
              <p:cNvPr name="TextBox 53" id="53"/>
              <p:cNvSpPr txBox="true"/>
              <p:nvPr/>
            </p:nvSpPr>
            <p:spPr>
              <a:xfrm>
                <a:off x="127000" y="12700"/>
                <a:ext cx="558800" cy="36830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</p:grpSp>
      <p:grpSp>
        <p:nvGrpSpPr>
          <p:cNvPr name="Group 54" id="54"/>
          <p:cNvGrpSpPr/>
          <p:nvPr/>
        </p:nvGrpSpPr>
        <p:grpSpPr>
          <a:xfrm rot="0">
            <a:off x="8810501" y="3680931"/>
            <a:ext cx="666998" cy="666998"/>
            <a:chOff x="0" y="0"/>
            <a:chExt cx="812800" cy="812800"/>
          </a:xfrm>
        </p:grpSpPr>
        <p:sp>
          <p:nvSpPr>
            <p:cNvPr name="Freeform 55" id="55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812800"/>
                  </a:moveTo>
                  <a:lnTo>
                    <a:pt x="0" y="406400"/>
                  </a:lnTo>
                  <a:lnTo>
                    <a:pt x="203200" y="406400"/>
                  </a:lnTo>
                  <a:lnTo>
                    <a:pt x="203200" y="0"/>
                  </a:lnTo>
                  <a:lnTo>
                    <a:pt x="609600" y="0"/>
                  </a:lnTo>
                  <a:lnTo>
                    <a:pt x="609600" y="406400"/>
                  </a:lnTo>
                  <a:lnTo>
                    <a:pt x="812800" y="406400"/>
                  </a:lnTo>
                  <a:lnTo>
                    <a:pt x="406400" y="812800"/>
                  </a:lnTo>
                  <a:close/>
                </a:path>
              </a:pathLst>
            </a:custGeom>
            <a:solidFill>
              <a:srgbClr val="17415F"/>
            </a:solidFill>
          </p:spPr>
        </p:sp>
        <p:sp>
          <p:nvSpPr>
            <p:cNvPr name="TextBox 56" id="56"/>
            <p:cNvSpPr txBox="true"/>
            <p:nvPr/>
          </p:nvSpPr>
          <p:spPr>
            <a:xfrm>
              <a:off x="203200" y="-38100"/>
              <a:ext cx="406400" cy="7493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57" id="57"/>
          <p:cNvGrpSpPr/>
          <p:nvPr/>
        </p:nvGrpSpPr>
        <p:grpSpPr>
          <a:xfrm rot="0">
            <a:off x="8810501" y="6182079"/>
            <a:ext cx="666998" cy="666998"/>
            <a:chOff x="0" y="0"/>
            <a:chExt cx="812800" cy="812800"/>
          </a:xfrm>
        </p:grpSpPr>
        <p:sp>
          <p:nvSpPr>
            <p:cNvPr name="Freeform 58" id="58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812800"/>
                  </a:moveTo>
                  <a:lnTo>
                    <a:pt x="0" y="406400"/>
                  </a:lnTo>
                  <a:lnTo>
                    <a:pt x="203200" y="406400"/>
                  </a:lnTo>
                  <a:lnTo>
                    <a:pt x="203200" y="0"/>
                  </a:lnTo>
                  <a:lnTo>
                    <a:pt x="609600" y="0"/>
                  </a:lnTo>
                  <a:lnTo>
                    <a:pt x="609600" y="406400"/>
                  </a:lnTo>
                  <a:lnTo>
                    <a:pt x="812800" y="406400"/>
                  </a:lnTo>
                  <a:lnTo>
                    <a:pt x="406400" y="812800"/>
                  </a:lnTo>
                  <a:close/>
                </a:path>
              </a:pathLst>
            </a:custGeom>
            <a:solidFill>
              <a:srgbClr val="17415F"/>
            </a:solidFill>
          </p:spPr>
        </p:sp>
        <p:sp>
          <p:nvSpPr>
            <p:cNvPr name="TextBox 59" id="59"/>
            <p:cNvSpPr txBox="true"/>
            <p:nvPr/>
          </p:nvSpPr>
          <p:spPr>
            <a:xfrm>
              <a:off x="203200" y="-38100"/>
              <a:ext cx="406400" cy="7493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aphicFrame>
        <p:nvGraphicFramePr>
          <p:cNvPr name="Table 60" id="60"/>
          <p:cNvGraphicFramePr>
            <a:graphicFrameLocks noGrp="true"/>
          </p:cNvGraphicFramePr>
          <p:nvPr/>
        </p:nvGraphicFramePr>
        <p:xfrm>
          <a:off x="1028700" y="4347929"/>
          <a:ext cx="3483639" cy="4889587"/>
        </p:xfrm>
        <a:graphic>
          <a:graphicData uri="http://schemas.openxmlformats.org/drawingml/2006/table">
            <a:tbl>
              <a:tblPr/>
              <a:tblGrid>
                <a:gridCol w="1196846"/>
                <a:gridCol w="2286793"/>
              </a:tblGrid>
              <a:tr h="857670"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659"/>
                        </a:lnSpc>
                        <a:defRPr/>
                      </a:pPr>
                      <a:r>
                        <a:rPr lang="en-US" sz="1899" b="true">
                          <a:solidFill>
                            <a:srgbClr val="000000"/>
                          </a:solidFill>
                          <a:latin typeface="Muli Bold"/>
                          <a:ea typeface="Muli Bold"/>
                          <a:cs typeface="Muli Bold"/>
                          <a:sym typeface="Muli Bold"/>
                        </a:rPr>
                        <a:t>Class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659"/>
                        </a:lnSpc>
                        <a:defRPr/>
                      </a:pPr>
                      <a:r>
                        <a:rPr lang="en-US" sz="1899" b="true">
                          <a:solidFill>
                            <a:srgbClr val="000000"/>
                          </a:solidFill>
                          <a:latin typeface="Muli Bold"/>
                          <a:ea typeface="Muli Bold"/>
                          <a:cs typeface="Muli Bold"/>
                          <a:sym typeface="Muli Bold"/>
                        </a:rPr>
                        <a:t>Category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06383"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659"/>
                        </a:lnSpc>
                        <a:defRPr/>
                      </a:pPr>
                      <a:r>
                        <a:rPr lang="en-US" sz="1899">
                          <a:solidFill>
                            <a:srgbClr val="000000"/>
                          </a:solidFill>
                          <a:latin typeface="Muli"/>
                          <a:ea typeface="Muli"/>
                          <a:cs typeface="Muli"/>
                          <a:sym typeface="Muli"/>
                        </a:rPr>
                        <a:t>0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659"/>
                        </a:lnSpc>
                        <a:defRPr/>
                      </a:pPr>
                      <a:r>
                        <a:rPr lang="en-US" sz="1899">
                          <a:solidFill>
                            <a:srgbClr val="000000"/>
                          </a:solidFill>
                          <a:latin typeface="Muli"/>
                          <a:ea typeface="Muli"/>
                          <a:cs typeface="Muli"/>
                          <a:sym typeface="Muli"/>
                        </a:rPr>
                        <a:t>No DR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06383"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659"/>
                        </a:lnSpc>
                        <a:defRPr/>
                      </a:pPr>
                      <a:r>
                        <a:rPr lang="en-US" sz="1899">
                          <a:solidFill>
                            <a:srgbClr val="000000"/>
                          </a:solidFill>
                          <a:latin typeface="Muli"/>
                          <a:ea typeface="Muli"/>
                          <a:cs typeface="Muli"/>
                          <a:sym typeface="Muli"/>
                        </a:rPr>
                        <a:t>1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659"/>
                        </a:lnSpc>
                        <a:defRPr/>
                      </a:pPr>
                      <a:r>
                        <a:rPr lang="en-US" sz="1899">
                          <a:solidFill>
                            <a:srgbClr val="000000"/>
                          </a:solidFill>
                          <a:latin typeface="Muli"/>
                          <a:ea typeface="Muli"/>
                          <a:cs typeface="Muli"/>
                          <a:sym typeface="Muli"/>
                        </a:rPr>
                        <a:t>Mild DR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06383"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659"/>
                        </a:lnSpc>
                        <a:defRPr/>
                      </a:pPr>
                      <a:r>
                        <a:rPr lang="en-US" sz="1899">
                          <a:solidFill>
                            <a:srgbClr val="000000"/>
                          </a:solidFill>
                          <a:latin typeface="Muli"/>
                          <a:ea typeface="Muli"/>
                          <a:cs typeface="Muli"/>
                          <a:sym typeface="Muli"/>
                        </a:rPr>
                        <a:t>2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659"/>
                        </a:lnSpc>
                        <a:defRPr/>
                      </a:pPr>
                      <a:r>
                        <a:rPr lang="en-US" sz="1899">
                          <a:solidFill>
                            <a:srgbClr val="000000"/>
                          </a:solidFill>
                          <a:latin typeface="Muli"/>
                          <a:ea typeface="Muli"/>
                          <a:cs typeface="Muli"/>
                          <a:sym typeface="Muli"/>
                        </a:rPr>
                        <a:t>Moderate DR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06383"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659"/>
                        </a:lnSpc>
                        <a:defRPr/>
                      </a:pPr>
                      <a:r>
                        <a:rPr lang="en-US" sz="1899">
                          <a:solidFill>
                            <a:srgbClr val="000000"/>
                          </a:solidFill>
                          <a:latin typeface="Muli"/>
                          <a:ea typeface="Muli"/>
                          <a:cs typeface="Muli"/>
                          <a:sym typeface="Muli"/>
                        </a:rPr>
                        <a:t>3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659"/>
                        </a:lnSpc>
                        <a:defRPr/>
                      </a:pPr>
                      <a:r>
                        <a:rPr lang="en-US" sz="1899">
                          <a:solidFill>
                            <a:srgbClr val="000000"/>
                          </a:solidFill>
                          <a:latin typeface="Muli"/>
                          <a:ea typeface="Muli"/>
                          <a:cs typeface="Muli"/>
                          <a:sym typeface="Muli"/>
                        </a:rPr>
                        <a:t>Severe DR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06383"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659"/>
                        </a:lnSpc>
                        <a:defRPr/>
                      </a:pPr>
                      <a:r>
                        <a:rPr lang="en-US" sz="1899">
                          <a:solidFill>
                            <a:srgbClr val="000000"/>
                          </a:solidFill>
                          <a:latin typeface="Muli"/>
                          <a:ea typeface="Muli"/>
                          <a:cs typeface="Muli"/>
                          <a:sym typeface="Muli"/>
                        </a:rPr>
                        <a:t>4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659"/>
                        </a:lnSpc>
                        <a:defRPr/>
                      </a:pPr>
                      <a:r>
                        <a:rPr lang="en-US" sz="1899">
                          <a:solidFill>
                            <a:srgbClr val="000000"/>
                          </a:solidFill>
                          <a:latin typeface="Muli"/>
                          <a:ea typeface="Muli"/>
                          <a:cs typeface="Muli"/>
                          <a:sym typeface="Muli"/>
                        </a:rPr>
                        <a:t>Proliferative DR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name="TextBox 61" id="61"/>
          <p:cNvSpPr txBox="true"/>
          <p:nvPr/>
        </p:nvSpPr>
        <p:spPr>
          <a:xfrm rot="0">
            <a:off x="2498072" y="885825"/>
            <a:ext cx="13291856" cy="12033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9800"/>
              </a:lnSpc>
            </a:pPr>
            <a:r>
              <a:rPr lang="en-US" b="true" sz="7000">
                <a:solidFill>
                  <a:srgbClr val="3E526A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EX</a:t>
            </a:r>
            <a:r>
              <a:rPr lang="en-US" b="true" sz="7000">
                <a:solidFill>
                  <a:srgbClr val="3E526A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PECTED INPUT &amp; OUTPUT</a:t>
            </a:r>
          </a:p>
        </p:txBody>
      </p:sp>
      <p:sp>
        <p:nvSpPr>
          <p:cNvPr name="TextBox 62" id="62"/>
          <p:cNvSpPr txBox="true"/>
          <p:nvPr/>
        </p:nvSpPr>
        <p:spPr>
          <a:xfrm rot="0">
            <a:off x="6572943" y="2396275"/>
            <a:ext cx="5142114" cy="92270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742"/>
              </a:lnSpc>
            </a:pPr>
            <a:r>
              <a:rPr lang="en-US" b="true" sz="2672" u="sng">
                <a:solidFill>
                  <a:srgbClr val="6B7A8C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Input </a:t>
            </a:r>
            <a:r>
              <a:rPr lang="en-US" b="true" sz="2672">
                <a:solidFill>
                  <a:srgbClr val="6B7A8C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: A retinal fundus image in a supported image format.</a:t>
            </a:r>
          </a:p>
        </p:txBody>
      </p:sp>
      <p:sp>
        <p:nvSpPr>
          <p:cNvPr name="TextBox 63" id="63"/>
          <p:cNvSpPr txBox="true"/>
          <p:nvPr/>
        </p:nvSpPr>
        <p:spPr>
          <a:xfrm rot="0">
            <a:off x="5774405" y="6985303"/>
            <a:ext cx="6739191" cy="226856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060"/>
              </a:lnSpc>
            </a:pPr>
            <a:r>
              <a:rPr lang="en-US" b="true" sz="2186" u="sng">
                <a:solidFill>
                  <a:srgbClr val="6B7A8C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Expected Output</a:t>
            </a:r>
            <a:r>
              <a:rPr lang="en-US" sz="2186" b="true">
                <a:solidFill>
                  <a:srgbClr val="6B7A8C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 </a:t>
            </a:r>
            <a:r>
              <a:rPr lang="en-US" b="true" sz="2186">
                <a:solidFill>
                  <a:srgbClr val="6B7A8C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: A retinal fundus image in a supported image format</a:t>
            </a:r>
          </a:p>
          <a:p>
            <a:pPr algn="l" marL="472013" indent="-236006" lvl="1">
              <a:lnSpc>
                <a:spcPts val="3060"/>
              </a:lnSpc>
              <a:buFont typeface="Arial"/>
              <a:buChar char="•"/>
            </a:pPr>
            <a:r>
              <a:rPr lang="en-US" b="true" sz="2186">
                <a:solidFill>
                  <a:srgbClr val="6B7A8C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Predicted DR severity category</a:t>
            </a:r>
          </a:p>
          <a:p>
            <a:pPr algn="l" marL="472013" indent="-236006" lvl="1">
              <a:lnSpc>
                <a:spcPts val="3060"/>
              </a:lnSpc>
              <a:buFont typeface="Arial"/>
              <a:buChar char="•"/>
            </a:pPr>
            <a:r>
              <a:rPr lang="en-US" b="true" sz="2186">
                <a:solidFill>
                  <a:srgbClr val="6B7A8C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Class probabilities and confidence information</a:t>
            </a:r>
          </a:p>
          <a:p>
            <a:pPr algn="l" marL="472013" indent="-236006" lvl="1">
              <a:lnSpc>
                <a:spcPts val="3060"/>
              </a:lnSpc>
              <a:buFont typeface="Arial"/>
              <a:buChar char="•"/>
            </a:pPr>
            <a:r>
              <a:rPr lang="en-US" b="true" sz="2186">
                <a:solidFill>
                  <a:srgbClr val="6B7A8C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Grad-CAM heatmap and overlay visualization</a:t>
            </a:r>
          </a:p>
        </p:txBody>
      </p:sp>
      <p:sp>
        <p:nvSpPr>
          <p:cNvPr name="TextBox 64" id="64"/>
          <p:cNvSpPr txBox="true"/>
          <p:nvPr/>
        </p:nvSpPr>
        <p:spPr>
          <a:xfrm rot="0">
            <a:off x="6044498" y="4541714"/>
            <a:ext cx="6199003" cy="13894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742"/>
              </a:lnSpc>
            </a:pPr>
            <a:r>
              <a:rPr lang="en-US" sz="2672" b="true">
                <a:solidFill>
                  <a:srgbClr val="6B7A8C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Dee</a:t>
            </a:r>
            <a:r>
              <a:rPr lang="en-US" b="true" sz="2672">
                <a:solidFill>
                  <a:srgbClr val="6B7A8C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 Learning + Explainable AI</a:t>
            </a:r>
          </a:p>
          <a:p>
            <a:pPr algn="ctr">
              <a:lnSpc>
                <a:spcPts val="3742"/>
              </a:lnSpc>
            </a:pPr>
            <a:r>
              <a:rPr lang="en-US" b="true" sz="2672">
                <a:solidFill>
                  <a:srgbClr val="6B7A8C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Image preprocessing, severity prediction and Grad-CAM generation</a:t>
            </a:r>
          </a:p>
        </p:txBody>
      </p:sp>
      <p:grpSp>
        <p:nvGrpSpPr>
          <p:cNvPr name="Group 65" id="65"/>
          <p:cNvGrpSpPr/>
          <p:nvPr/>
        </p:nvGrpSpPr>
        <p:grpSpPr>
          <a:xfrm rot="5400000">
            <a:off x="4809873" y="7023403"/>
            <a:ext cx="666998" cy="666998"/>
            <a:chOff x="0" y="0"/>
            <a:chExt cx="812800" cy="812800"/>
          </a:xfrm>
        </p:grpSpPr>
        <p:sp>
          <p:nvSpPr>
            <p:cNvPr name="Freeform 66" id="66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812800"/>
                  </a:moveTo>
                  <a:lnTo>
                    <a:pt x="0" y="406400"/>
                  </a:lnTo>
                  <a:lnTo>
                    <a:pt x="203200" y="406400"/>
                  </a:lnTo>
                  <a:lnTo>
                    <a:pt x="203200" y="0"/>
                  </a:lnTo>
                  <a:lnTo>
                    <a:pt x="609600" y="0"/>
                  </a:lnTo>
                  <a:lnTo>
                    <a:pt x="609600" y="406400"/>
                  </a:lnTo>
                  <a:lnTo>
                    <a:pt x="812800" y="406400"/>
                  </a:lnTo>
                  <a:lnTo>
                    <a:pt x="406400" y="812800"/>
                  </a:lnTo>
                  <a:close/>
                </a:path>
              </a:pathLst>
            </a:custGeom>
            <a:solidFill>
              <a:srgbClr val="17415F"/>
            </a:solidFill>
          </p:spPr>
        </p:sp>
        <p:sp>
          <p:nvSpPr>
            <p:cNvPr name="TextBox 67" id="67"/>
            <p:cNvSpPr txBox="true"/>
            <p:nvPr/>
          </p:nvSpPr>
          <p:spPr>
            <a:xfrm>
              <a:off x="203200" y="-38100"/>
              <a:ext cx="406400" cy="7493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gradFill rotWithShape="true">
          <a:gsLst>
            <a:gs pos="0">
              <a:srgbClr val="FBFBFB">
                <a:alpha val="100000"/>
              </a:srgbClr>
            </a:gs>
            <a:gs pos="33333">
              <a:srgbClr val="F1F1F1">
                <a:alpha val="66500"/>
              </a:srgbClr>
            </a:gs>
            <a:gs pos="66667">
              <a:srgbClr val="E9E9E9">
                <a:alpha val="67000"/>
              </a:srgbClr>
            </a:gs>
            <a:gs pos="100000">
              <a:srgbClr val="E0E1E3">
                <a:alpha val="25000"/>
              </a:srgbClr>
            </a:gs>
          </a:gsLst>
          <a:lin ang="540000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-1039392">
            <a:off x="-5599131" y="-3928144"/>
            <a:ext cx="29486263" cy="18143288"/>
            <a:chOff x="0" y="0"/>
            <a:chExt cx="39315017" cy="24191051"/>
          </a:xfrm>
        </p:grpSpPr>
        <p:sp>
          <p:nvSpPr>
            <p:cNvPr name="Freeform 3" id="3"/>
            <p:cNvSpPr/>
            <p:nvPr/>
          </p:nvSpPr>
          <p:spPr>
            <a:xfrm flipH="false" flipV="true" rot="0">
              <a:off x="10693806" y="890869"/>
              <a:ext cx="13700313" cy="12738888"/>
            </a:xfrm>
            <a:custGeom>
              <a:avLst/>
              <a:gdLst/>
              <a:ahLst/>
              <a:cxnLst/>
              <a:rect r="r" b="b" t="t" l="l"/>
              <a:pathLst>
                <a:path h="12738888" w="13700313">
                  <a:moveTo>
                    <a:pt x="0" y="12738888"/>
                  </a:moveTo>
                  <a:lnTo>
                    <a:pt x="13700313" y="12738888"/>
                  </a:lnTo>
                  <a:lnTo>
                    <a:pt x="13700313" y="0"/>
                  </a:lnTo>
                  <a:lnTo>
                    <a:pt x="0" y="0"/>
                  </a:lnTo>
                  <a:lnTo>
                    <a:pt x="0" y="12738888"/>
                  </a:lnTo>
                  <a:close/>
                </a:path>
              </a:pathLst>
            </a:custGeom>
            <a:blipFill>
              <a:blip r:embed="rId2">
                <a:alphaModFix amt="10999"/>
              </a:blip>
              <a:stretch>
                <a:fillRect l="0" t="0" r="0" b="0"/>
              </a:stretch>
            </a:blipFill>
          </p:spPr>
        </p:sp>
        <p:sp>
          <p:nvSpPr>
            <p:cNvPr name="Freeform 4" id="4"/>
            <p:cNvSpPr/>
            <p:nvPr/>
          </p:nvSpPr>
          <p:spPr>
            <a:xfrm flipH="false" flipV="true" rot="0">
              <a:off x="21387611" y="0"/>
              <a:ext cx="13700313" cy="12738888"/>
            </a:xfrm>
            <a:custGeom>
              <a:avLst/>
              <a:gdLst/>
              <a:ahLst/>
              <a:cxnLst/>
              <a:rect r="r" b="b" t="t" l="l"/>
              <a:pathLst>
                <a:path h="12738888" w="13700313">
                  <a:moveTo>
                    <a:pt x="0" y="12738888"/>
                  </a:moveTo>
                  <a:lnTo>
                    <a:pt x="13700314" y="12738888"/>
                  </a:lnTo>
                  <a:lnTo>
                    <a:pt x="13700314" y="0"/>
                  </a:lnTo>
                  <a:lnTo>
                    <a:pt x="0" y="0"/>
                  </a:lnTo>
                  <a:lnTo>
                    <a:pt x="0" y="12738888"/>
                  </a:lnTo>
                  <a:close/>
                </a:path>
              </a:pathLst>
            </a:custGeom>
            <a:blipFill>
              <a:blip r:embed="rId2">
                <a:alphaModFix amt="10999"/>
              </a:blip>
              <a:stretch>
                <a:fillRect l="0" t="0" r="0" b="0"/>
              </a:stretch>
            </a:blipFill>
          </p:spPr>
        </p:sp>
        <p:sp>
          <p:nvSpPr>
            <p:cNvPr name="Freeform 5" id="5"/>
            <p:cNvSpPr/>
            <p:nvPr/>
          </p:nvSpPr>
          <p:spPr>
            <a:xfrm flipH="true" flipV="false" rot="0">
              <a:off x="25614703" y="9670425"/>
              <a:ext cx="13700313" cy="12738888"/>
            </a:xfrm>
            <a:custGeom>
              <a:avLst/>
              <a:gdLst/>
              <a:ahLst/>
              <a:cxnLst/>
              <a:rect r="r" b="b" t="t" l="l"/>
              <a:pathLst>
                <a:path h="12738888" w="13700313">
                  <a:moveTo>
                    <a:pt x="13700314" y="0"/>
                  </a:moveTo>
                  <a:lnTo>
                    <a:pt x="0" y="0"/>
                  </a:lnTo>
                  <a:lnTo>
                    <a:pt x="0" y="12738888"/>
                  </a:lnTo>
                  <a:lnTo>
                    <a:pt x="13700314" y="12738888"/>
                  </a:lnTo>
                  <a:lnTo>
                    <a:pt x="13700314" y="0"/>
                  </a:lnTo>
                  <a:close/>
                </a:path>
              </a:pathLst>
            </a:custGeom>
            <a:blipFill>
              <a:blip r:embed="rId2">
                <a:alphaModFix amt="10999"/>
              </a:blip>
              <a:stretch>
                <a:fillRect l="0" t="0" r="0" b="0"/>
              </a:stretch>
            </a:blipFill>
          </p:spPr>
        </p:sp>
        <p:sp>
          <p:nvSpPr>
            <p:cNvPr name="Freeform 6" id="6"/>
            <p:cNvSpPr/>
            <p:nvPr/>
          </p:nvSpPr>
          <p:spPr>
            <a:xfrm flipH="true" flipV="false" rot="0">
              <a:off x="14920898" y="10561294"/>
              <a:ext cx="13700313" cy="12738888"/>
            </a:xfrm>
            <a:custGeom>
              <a:avLst/>
              <a:gdLst/>
              <a:ahLst/>
              <a:cxnLst/>
              <a:rect r="r" b="b" t="t" l="l"/>
              <a:pathLst>
                <a:path h="12738888" w="13700313">
                  <a:moveTo>
                    <a:pt x="13700313" y="0"/>
                  </a:moveTo>
                  <a:lnTo>
                    <a:pt x="0" y="0"/>
                  </a:lnTo>
                  <a:lnTo>
                    <a:pt x="0" y="12738888"/>
                  </a:lnTo>
                  <a:lnTo>
                    <a:pt x="13700313" y="12738888"/>
                  </a:lnTo>
                  <a:lnTo>
                    <a:pt x="13700313" y="0"/>
                  </a:lnTo>
                  <a:close/>
                </a:path>
              </a:pathLst>
            </a:custGeom>
            <a:blipFill>
              <a:blip r:embed="rId2">
                <a:alphaModFix amt="10999"/>
              </a:blip>
              <a:stretch>
                <a:fillRect l="0" t="0" r="0" b="0"/>
              </a:stretch>
            </a:blipFill>
          </p:spPr>
        </p:sp>
        <p:sp>
          <p:nvSpPr>
            <p:cNvPr name="Freeform 7" id="7"/>
            <p:cNvSpPr/>
            <p:nvPr/>
          </p:nvSpPr>
          <p:spPr>
            <a:xfrm flipH="false" flipV="true" rot="0">
              <a:off x="0" y="1781739"/>
              <a:ext cx="13700313" cy="12738888"/>
            </a:xfrm>
            <a:custGeom>
              <a:avLst/>
              <a:gdLst/>
              <a:ahLst/>
              <a:cxnLst/>
              <a:rect r="r" b="b" t="t" l="l"/>
              <a:pathLst>
                <a:path h="12738888" w="13700313">
                  <a:moveTo>
                    <a:pt x="0" y="12738888"/>
                  </a:moveTo>
                  <a:lnTo>
                    <a:pt x="13700313" y="12738888"/>
                  </a:lnTo>
                  <a:lnTo>
                    <a:pt x="13700313" y="0"/>
                  </a:lnTo>
                  <a:lnTo>
                    <a:pt x="0" y="0"/>
                  </a:lnTo>
                  <a:lnTo>
                    <a:pt x="0" y="12738888"/>
                  </a:lnTo>
                  <a:close/>
                </a:path>
              </a:pathLst>
            </a:custGeom>
            <a:blipFill>
              <a:blip r:embed="rId2">
                <a:alphaModFix amt="10999"/>
              </a:blip>
              <a:stretch>
                <a:fillRect l="0" t="0" r="0" b="0"/>
              </a:stretch>
            </a:blipFill>
          </p:spPr>
        </p:sp>
        <p:sp>
          <p:nvSpPr>
            <p:cNvPr name="Freeform 8" id="8"/>
            <p:cNvSpPr/>
            <p:nvPr/>
          </p:nvSpPr>
          <p:spPr>
            <a:xfrm flipH="true" flipV="false" rot="0">
              <a:off x="4227092" y="11452163"/>
              <a:ext cx="13700313" cy="12738888"/>
            </a:xfrm>
            <a:custGeom>
              <a:avLst/>
              <a:gdLst/>
              <a:ahLst/>
              <a:cxnLst/>
              <a:rect r="r" b="b" t="t" l="l"/>
              <a:pathLst>
                <a:path h="12738888" w="13700313">
                  <a:moveTo>
                    <a:pt x="13700313" y="0"/>
                  </a:moveTo>
                  <a:lnTo>
                    <a:pt x="0" y="0"/>
                  </a:lnTo>
                  <a:lnTo>
                    <a:pt x="0" y="12738888"/>
                  </a:lnTo>
                  <a:lnTo>
                    <a:pt x="13700313" y="12738888"/>
                  </a:lnTo>
                  <a:lnTo>
                    <a:pt x="13700313" y="0"/>
                  </a:lnTo>
                  <a:close/>
                </a:path>
              </a:pathLst>
            </a:custGeom>
            <a:blipFill>
              <a:blip r:embed="rId2">
                <a:alphaModFix amt="10999"/>
              </a:blip>
              <a:stretch>
                <a:fillRect l="0" t="0" r="0" b="0"/>
              </a:stretch>
            </a:blipFill>
          </p:spPr>
        </p:sp>
      </p:grpSp>
      <p:grpSp>
        <p:nvGrpSpPr>
          <p:cNvPr name="Group 9" id="9"/>
          <p:cNvGrpSpPr/>
          <p:nvPr/>
        </p:nvGrpSpPr>
        <p:grpSpPr>
          <a:xfrm rot="0">
            <a:off x="375740" y="31453"/>
            <a:ext cx="17630466" cy="9566473"/>
            <a:chOff x="0" y="0"/>
            <a:chExt cx="23507288" cy="12755298"/>
          </a:xfrm>
        </p:grpSpPr>
        <p:grpSp>
          <p:nvGrpSpPr>
            <p:cNvPr name="Group 10" id="10"/>
            <p:cNvGrpSpPr/>
            <p:nvPr/>
          </p:nvGrpSpPr>
          <p:grpSpPr>
            <a:xfrm rot="0">
              <a:off x="0" y="7832412"/>
              <a:ext cx="63500" cy="4922886"/>
              <a:chOff x="0" y="0"/>
              <a:chExt cx="12543" cy="972422"/>
            </a:xfrm>
          </p:grpSpPr>
          <p:sp>
            <p:nvSpPr>
              <p:cNvPr name="Freeform 11" id="11"/>
              <p:cNvSpPr/>
              <p:nvPr/>
            </p:nvSpPr>
            <p:spPr>
              <a:xfrm flipH="false" flipV="false" rot="0">
                <a:off x="0" y="0"/>
                <a:ext cx="12543" cy="972422"/>
              </a:xfrm>
              <a:custGeom>
                <a:avLst/>
                <a:gdLst/>
                <a:ahLst/>
                <a:cxnLst/>
                <a:rect r="r" b="b" t="t" l="l"/>
                <a:pathLst>
                  <a:path h="972422" w="12543">
                    <a:moveTo>
                      <a:pt x="0" y="0"/>
                    </a:moveTo>
                    <a:lnTo>
                      <a:pt x="12543" y="0"/>
                    </a:lnTo>
                    <a:lnTo>
                      <a:pt x="12543" y="972422"/>
                    </a:lnTo>
                    <a:lnTo>
                      <a:pt x="0" y="972422"/>
                    </a:lnTo>
                    <a:close/>
                  </a:path>
                </a:pathLst>
              </a:custGeom>
              <a:solidFill>
                <a:srgbClr val="17415F"/>
              </a:solidFill>
            </p:spPr>
          </p:sp>
          <p:sp>
            <p:nvSpPr>
              <p:cNvPr name="TextBox 12" id="12"/>
              <p:cNvSpPr txBox="true"/>
              <p:nvPr/>
            </p:nvSpPr>
            <p:spPr>
              <a:xfrm>
                <a:off x="0" y="-38100"/>
                <a:ext cx="12543" cy="1010522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grpSp>
          <p:nvGrpSpPr>
            <p:cNvPr name="Group 13" id="13"/>
            <p:cNvGrpSpPr/>
            <p:nvPr/>
          </p:nvGrpSpPr>
          <p:grpSpPr>
            <a:xfrm rot="-5400000">
              <a:off x="6920832" y="5834466"/>
              <a:ext cx="63500" cy="13778164"/>
              <a:chOff x="0" y="0"/>
              <a:chExt cx="12543" cy="2721613"/>
            </a:xfrm>
          </p:grpSpPr>
          <p:sp>
            <p:nvSpPr>
              <p:cNvPr name="Freeform 14" id="14"/>
              <p:cNvSpPr/>
              <p:nvPr/>
            </p:nvSpPr>
            <p:spPr>
              <a:xfrm flipH="false" flipV="false" rot="0">
                <a:off x="0" y="0"/>
                <a:ext cx="12543" cy="2721613"/>
              </a:xfrm>
              <a:custGeom>
                <a:avLst/>
                <a:gdLst/>
                <a:ahLst/>
                <a:cxnLst/>
                <a:rect r="r" b="b" t="t" l="l"/>
                <a:pathLst>
                  <a:path h="2721613" w="12543">
                    <a:moveTo>
                      <a:pt x="0" y="0"/>
                    </a:moveTo>
                    <a:lnTo>
                      <a:pt x="12543" y="0"/>
                    </a:lnTo>
                    <a:lnTo>
                      <a:pt x="12543" y="2721613"/>
                    </a:lnTo>
                    <a:lnTo>
                      <a:pt x="0" y="2721613"/>
                    </a:lnTo>
                    <a:close/>
                  </a:path>
                </a:pathLst>
              </a:custGeom>
              <a:solidFill>
                <a:srgbClr val="17415F"/>
              </a:solidFill>
            </p:spPr>
          </p:sp>
          <p:sp>
            <p:nvSpPr>
              <p:cNvPr name="TextBox 15" id="15"/>
              <p:cNvSpPr txBox="true"/>
              <p:nvPr/>
            </p:nvSpPr>
            <p:spPr>
              <a:xfrm>
                <a:off x="0" y="-38100"/>
                <a:ext cx="12543" cy="2759713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grpSp>
          <p:nvGrpSpPr>
            <p:cNvPr name="Group 16" id="16"/>
            <p:cNvGrpSpPr/>
            <p:nvPr/>
          </p:nvGrpSpPr>
          <p:grpSpPr>
            <a:xfrm rot="-10800000">
              <a:off x="23443788" y="0"/>
              <a:ext cx="63500" cy="4922886"/>
              <a:chOff x="0" y="0"/>
              <a:chExt cx="12543" cy="972422"/>
            </a:xfrm>
          </p:grpSpPr>
          <p:sp>
            <p:nvSpPr>
              <p:cNvPr name="Freeform 17" id="17"/>
              <p:cNvSpPr/>
              <p:nvPr/>
            </p:nvSpPr>
            <p:spPr>
              <a:xfrm flipH="false" flipV="false" rot="0">
                <a:off x="0" y="0"/>
                <a:ext cx="12543" cy="972422"/>
              </a:xfrm>
              <a:custGeom>
                <a:avLst/>
                <a:gdLst/>
                <a:ahLst/>
                <a:cxnLst/>
                <a:rect r="r" b="b" t="t" l="l"/>
                <a:pathLst>
                  <a:path h="972422" w="12543">
                    <a:moveTo>
                      <a:pt x="0" y="0"/>
                    </a:moveTo>
                    <a:lnTo>
                      <a:pt x="12543" y="0"/>
                    </a:lnTo>
                    <a:lnTo>
                      <a:pt x="12543" y="972422"/>
                    </a:lnTo>
                    <a:lnTo>
                      <a:pt x="0" y="972422"/>
                    </a:lnTo>
                    <a:close/>
                  </a:path>
                </a:pathLst>
              </a:custGeom>
              <a:solidFill>
                <a:srgbClr val="17415F"/>
              </a:solidFill>
            </p:spPr>
          </p:sp>
          <p:sp>
            <p:nvSpPr>
              <p:cNvPr name="TextBox 18" id="18"/>
              <p:cNvSpPr txBox="true"/>
              <p:nvPr/>
            </p:nvSpPr>
            <p:spPr>
              <a:xfrm>
                <a:off x="0" y="-38100"/>
                <a:ext cx="12543" cy="1010522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grpSp>
          <p:nvGrpSpPr>
            <p:cNvPr name="Group 19" id="19"/>
            <p:cNvGrpSpPr/>
            <p:nvPr/>
          </p:nvGrpSpPr>
          <p:grpSpPr>
            <a:xfrm rot="5400000">
              <a:off x="16522956" y="-6857332"/>
              <a:ext cx="63500" cy="13778164"/>
              <a:chOff x="0" y="0"/>
              <a:chExt cx="12543" cy="2721613"/>
            </a:xfrm>
          </p:grpSpPr>
          <p:sp>
            <p:nvSpPr>
              <p:cNvPr name="Freeform 20" id="20"/>
              <p:cNvSpPr/>
              <p:nvPr/>
            </p:nvSpPr>
            <p:spPr>
              <a:xfrm flipH="false" flipV="false" rot="0">
                <a:off x="0" y="0"/>
                <a:ext cx="12543" cy="2721613"/>
              </a:xfrm>
              <a:custGeom>
                <a:avLst/>
                <a:gdLst/>
                <a:ahLst/>
                <a:cxnLst/>
                <a:rect r="r" b="b" t="t" l="l"/>
                <a:pathLst>
                  <a:path h="2721613" w="12543">
                    <a:moveTo>
                      <a:pt x="0" y="0"/>
                    </a:moveTo>
                    <a:lnTo>
                      <a:pt x="12543" y="0"/>
                    </a:lnTo>
                    <a:lnTo>
                      <a:pt x="12543" y="2721613"/>
                    </a:lnTo>
                    <a:lnTo>
                      <a:pt x="0" y="2721613"/>
                    </a:lnTo>
                    <a:close/>
                  </a:path>
                </a:pathLst>
              </a:custGeom>
              <a:solidFill>
                <a:srgbClr val="17415F"/>
              </a:solidFill>
            </p:spPr>
          </p:sp>
          <p:sp>
            <p:nvSpPr>
              <p:cNvPr name="TextBox 21" id="21"/>
              <p:cNvSpPr txBox="true"/>
              <p:nvPr/>
            </p:nvSpPr>
            <p:spPr>
              <a:xfrm>
                <a:off x="0" y="-38100"/>
                <a:ext cx="12543" cy="2759713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grpSp>
          <p:nvGrpSpPr>
            <p:cNvPr name="Group 22" id="22"/>
            <p:cNvGrpSpPr/>
            <p:nvPr/>
          </p:nvGrpSpPr>
          <p:grpSpPr>
            <a:xfrm rot="-10800000">
              <a:off x="22957231" y="413305"/>
              <a:ext cx="63500" cy="1669468"/>
              <a:chOff x="0" y="0"/>
              <a:chExt cx="12543" cy="329771"/>
            </a:xfrm>
          </p:grpSpPr>
          <p:sp>
            <p:nvSpPr>
              <p:cNvPr name="Freeform 23" id="23"/>
              <p:cNvSpPr/>
              <p:nvPr/>
            </p:nvSpPr>
            <p:spPr>
              <a:xfrm flipH="false" flipV="false" rot="0">
                <a:off x="0" y="0"/>
                <a:ext cx="12543" cy="329771"/>
              </a:xfrm>
              <a:custGeom>
                <a:avLst/>
                <a:gdLst/>
                <a:ahLst/>
                <a:cxnLst/>
                <a:rect r="r" b="b" t="t" l="l"/>
                <a:pathLst>
                  <a:path h="329771" w="12543">
                    <a:moveTo>
                      <a:pt x="0" y="0"/>
                    </a:moveTo>
                    <a:lnTo>
                      <a:pt x="12543" y="0"/>
                    </a:lnTo>
                    <a:lnTo>
                      <a:pt x="12543" y="329771"/>
                    </a:lnTo>
                    <a:lnTo>
                      <a:pt x="0" y="329771"/>
                    </a:lnTo>
                    <a:close/>
                  </a:path>
                </a:pathLst>
              </a:custGeom>
              <a:solidFill>
                <a:srgbClr val="17415F"/>
              </a:solidFill>
            </p:spPr>
          </p:sp>
          <p:sp>
            <p:nvSpPr>
              <p:cNvPr name="TextBox 24" id="24"/>
              <p:cNvSpPr txBox="true"/>
              <p:nvPr/>
            </p:nvSpPr>
            <p:spPr>
              <a:xfrm>
                <a:off x="0" y="-38100"/>
                <a:ext cx="12543" cy="367871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grpSp>
          <p:nvGrpSpPr>
            <p:cNvPr name="Group 25" id="25"/>
            <p:cNvGrpSpPr/>
            <p:nvPr/>
          </p:nvGrpSpPr>
          <p:grpSpPr>
            <a:xfrm rot="5400000">
              <a:off x="20138971" y="-2378926"/>
              <a:ext cx="63500" cy="5647961"/>
              <a:chOff x="0" y="0"/>
              <a:chExt cx="12543" cy="1115647"/>
            </a:xfrm>
          </p:grpSpPr>
          <p:sp>
            <p:nvSpPr>
              <p:cNvPr name="Freeform 26" id="26"/>
              <p:cNvSpPr/>
              <p:nvPr/>
            </p:nvSpPr>
            <p:spPr>
              <a:xfrm flipH="false" flipV="false" rot="0">
                <a:off x="0" y="0"/>
                <a:ext cx="12543" cy="1115647"/>
              </a:xfrm>
              <a:custGeom>
                <a:avLst/>
                <a:gdLst/>
                <a:ahLst/>
                <a:cxnLst/>
                <a:rect r="r" b="b" t="t" l="l"/>
                <a:pathLst>
                  <a:path h="1115647" w="12543">
                    <a:moveTo>
                      <a:pt x="0" y="0"/>
                    </a:moveTo>
                    <a:lnTo>
                      <a:pt x="12543" y="0"/>
                    </a:lnTo>
                    <a:lnTo>
                      <a:pt x="12543" y="1115647"/>
                    </a:lnTo>
                    <a:lnTo>
                      <a:pt x="0" y="1115647"/>
                    </a:lnTo>
                    <a:close/>
                  </a:path>
                </a:pathLst>
              </a:custGeom>
              <a:solidFill>
                <a:srgbClr val="17415F"/>
              </a:solidFill>
            </p:spPr>
          </p:sp>
          <p:sp>
            <p:nvSpPr>
              <p:cNvPr name="TextBox 27" id="27"/>
              <p:cNvSpPr txBox="true"/>
              <p:nvPr/>
            </p:nvSpPr>
            <p:spPr>
              <a:xfrm>
                <a:off x="0" y="-38100"/>
                <a:ext cx="12543" cy="1153747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grpSp>
          <p:nvGrpSpPr>
            <p:cNvPr name="Group 28" id="28"/>
            <p:cNvGrpSpPr/>
            <p:nvPr/>
          </p:nvGrpSpPr>
          <p:grpSpPr>
            <a:xfrm rot="0">
              <a:off x="486556" y="10672525"/>
              <a:ext cx="63500" cy="1669468"/>
              <a:chOff x="0" y="0"/>
              <a:chExt cx="12543" cy="329771"/>
            </a:xfrm>
          </p:grpSpPr>
          <p:sp>
            <p:nvSpPr>
              <p:cNvPr name="Freeform 29" id="29"/>
              <p:cNvSpPr/>
              <p:nvPr/>
            </p:nvSpPr>
            <p:spPr>
              <a:xfrm flipH="false" flipV="false" rot="0">
                <a:off x="0" y="0"/>
                <a:ext cx="12543" cy="329771"/>
              </a:xfrm>
              <a:custGeom>
                <a:avLst/>
                <a:gdLst/>
                <a:ahLst/>
                <a:cxnLst/>
                <a:rect r="r" b="b" t="t" l="l"/>
                <a:pathLst>
                  <a:path h="329771" w="12543">
                    <a:moveTo>
                      <a:pt x="0" y="0"/>
                    </a:moveTo>
                    <a:lnTo>
                      <a:pt x="12543" y="0"/>
                    </a:lnTo>
                    <a:lnTo>
                      <a:pt x="12543" y="329771"/>
                    </a:lnTo>
                    <a:lnTo>
                      <a:pt x="0" y="329771"/>
                    </a:lnTo>
                    <a:close/>
                  </a:path>
                </a:pathLst>
              </a:custGeom>
              <a:solidFill>
                <a:srgbClr val="17415F"/>
              </a:solidFill>
            </p:spPr>
          </p:sp>
          <p:sp>
            <p:nvSpPr>
              <p:cNvPr name="TextBox 30" id="30"/>
              <p:cNvSpPr txBox="true"/>
              <p:nvPr/>
            </p:nvSpPr>
            <p:spPr>
              <a:xfrm>
                <a:off x="0" y="-38100"/>
                <a:ext cx="12543" cy="367871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grpSp>
          <p:nvGrpSpPr>
            <p:cNvPr name="Group 31" id="31"/>
            <p:cNvGrpSpPr/>
            <p:nvPr/>
          </p:nvGrpSpPr>
          <p:grpSpPr>
            <a:xfrm rot="-5400000">
              <a:off x="3304817" y="9486262"/>
              <a:ext cx="63500" cy="5647961"/>
              <a:chOff x="0" y="0"/>
              <a:chExt cx="12543" cy="1115647"/>
            </a:xfrm>
          </p:grpSpPr>
          <p:sp>
            <p:nvSpPr>
              <p:cNvPr name="Freeform 32" id="32"/>
              <p:cNvSpPr/>
              <p:nvPr/>
            </p:nvSpPr>
            <p:spPr>
              <a:xfrm flipH="false" flipV="false" rot="0">
                <a:off x="0" y="0"/>
                <a:ext cx="12543" cy="1115647"/>
              </a:xfrm>
              <a:custGeom>
                <a:avLst/>
                <a:gdLst/>
                <a:ahLst/>
                <a:cxnLst/>
                <a:rect r="r" b="b" t="t" l="l"/>
                <a:pathLst>
                  <a:path h="1115647" w="12543">
                    <a:moveTo>
                      <a:pt x="0" y="0"/>
                    </a:moveTo>
                    <a:lnTo>
                      <a:pt x="12543" y="0"/>
                    </a:lnTo>
                    <a:lnTo>
                      <a:pt x="12543" y="1115647"/>
                    </a:lnTo>
                    <a:lnTo>
                      <a:pt x="0" y="1115647"/>
                    </a:lnTo>
                    <a:close/>
                  </a:path>
                </a:pathLst>
              </a:custGeom>
              <a:solidFill>
                <a:srgbClr val="17415F"/>
              </a:solidFill>
            </p:spPr>
          </p:sp>
          <p:sp>
            <p:nvSpPr>
              <p:cNvPr name="TextBox 33" id="33"/>
              <p:cNvSpPr txBox="true"/>
              <p:nvPr/>
            </p:nvSpPr>
            <p:spPr>
              <a:xfrm>
                <a:off x="0" y="-38100"/>
                <a:ext cx="12543" cy="1153747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</p:grpSp>
      <p:sp>
        <p:nvSpPr>
          <p:cNvPr name="TextBox 34" id="34"/>
          <p:cNvSpPr txBox="true"/>
          <p:nvPr/>
        </p:nvSpPr>
        <p:spPr>
          <a:xfrm rot="0">
            <a:off x="3300365" y="885825"/>
            <a:ext cx="11781216" cy="12033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9800"/>
              </a:lnSpc>
            </a:pPr>
            <a:r>
              <a:rPr lang="en-US" b="true" sz="7000">
                <a:solidFill>
                  <a:srgbClr val="3E526A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PROJECT PROF</a:t>
            </a:r>
            <a:r>
              <a:rPr lang="en-US" b="true" sz="7000">
                <a:solidFill>
                  <a:srgbClr val="3E526A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ILE</a:t>
            </a:r>
          </a:p>
        </p:txBody>
      </p:sp>
      <p:grpSp>
        <p:nvGrpSpPr>
          <p:cNvPr name="Group 35" id="35"/>
          <p:cNvGrpSpPr/>
          <p:nvPr/>
        </p:nvGrpSpPr>
        <p:grpSpPr>
          <a:xfrm rot="0">
            <a:off x="13955824" y="6587618"/>
            <a:ext cx="6666800" cy="4085592"/>
            <a:chOff x="0" y="0"/>
            <a:chExt cx="8889067" cy="5447455"/>
          </a:xfrm>
        </p:grpSpPr>
        <p:grpSp>
          <p:nvGrpSpPr>
            <p:cNvPr name="Group 36" id="36"/>
            <p:cNvGrpSpPr/>
            <p:nvPr/>
          </p:nvGrpSpPr>
          <p:grpSpPr>
            <a:xfrm rot="-10800000">
              <a:off x="2663403" y="0"/>
              <a:ext cx="6225663" cy="5447455"/>
              <a:chOff x="0" y="0"/>
              <a:chExt cx="812800" cy="711200"/>
            </a:xfrm>
          </p:grpSpPr>
          <p:sp>
            <p:nvSpPr>
              <p:cNvPr name="Freeform 37" id="37"/>
              <p:cNvSpPr/>
              <p:nvPr/>
            </p:nvSpPr>
            <p:spPr>
              <a:xfrm flipH="false" flipV="false" rot="0">
                <a:off x="0" y="0"/>
                <a:ext cx="812800" cy="711200"/>
              </a:xfrm>
              <a:custGeom>
                <a:avLst/>
                <a:gdLst/>
                <a:ahLst/>
                <a:cxnLst/>
                <a:rect r="r" b="b" t="t" l="l"/>
                <a:pathLst>
                  <a:path h="711200" w="812800">
                    <a:moveTo>
                      <a:pt x="406400" y="711200"/>
                    </a:moveTo>
                    <a:lnTo>
                      <a:pt x="812800" y="0"/>
                    </a:lnTo>
                    <a:lnTo>
                      <a:pt x="0" y="0"/>
                    </a:lnTo>
                    <a:lnTo>
                      <a:pt x="406400" y="711200"/>
                    </a:lnTo>
                    <a:close/>
                  </a:path>
                </a:pathLst>
              </a:custGeom>
              <a:solidFill>
                <a:srgbClr val="6B7A8C"/>
              </a:solidFill>
            </p:spPr>
          </p:sp>
          <p:sp>
            <p:nvSpPr>
              <p:cNvPr name="TextBox 38" id="38"/>
              <p:cNvSpPr txBox="true"/>
              <p:nvPr/>
            </p:nvSpPr>
            <p:spPr>
              <a:xfrm>
                <a:off x="127000" y="12700"/>
                <a:ext cx="558800" cy="36830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grpSp>
          <p:nvGrpSpPr>
            <p:cNvPr name="Group 39" id="39"/>
            <p:cNvGrpSpPr/>
            <p:nvPr/>
          </p:nvGrpSpPr>
          <p:grpSpPr>
            <a:xfrm rot="-10800000">
              <a:off x="0" y="3821268"/>
              <a:ext cx="5776235" cy="1261779"/>
              <a:chOff x="0" y="0"/>
              <a:chExt cx="1140985" cy="249240"/>
            </a:xfrm>
          </p:grpSpPr>
          <p:sp>
            <p:nvSpPr>
              <p:cNvPr name="Freeform 40" id="40"/>
              <p:cNvSpPr/>
              <p:nvPr/>
            </p:nvSpPr>
            <p:spPr>
              <a:xfrm flipH="false" flipV="false" rot="0">
                <a:off x="0" y="0"/>
                <a:ext cx="1140985" cy="249240"/>
              </a:xfrm>
              <a:custGeom>
                <a:avLst/>
                <a:gdLst/>
                <a:ahLst/>
                <a:cxnLst/>
                <a:rect r="r" b="b" t="t" l="l"/>
                <a:pathLst>
                  <a:path h="249240" w="1140985">
                    <a:moveTo>
                      <a:pt x="203200" y="0"/>
                    </a:moveTo>
                    <a:lnTo>
                      <a:pt x="1140985" y="0"/>
                    </a:lnTo>
                    <a:lnTo>
                      <a:pt x="937785" y="249240"/>
                    </a:lnTo>
                    <a:lnTo>
                      <a:pt x="0" y="249240"/>
                    </a:lnTo>
                    <a:lnTo>
                      <a:pt x="203200" y="0"/>
                    </a:lnTo>
                    <a:close/>
                  </a:path>
                </a:pathLst>
              </a:custGeom>
              <a:solidFill>
                <a:srgbClr val="88A5C4"/>
              </a:solidFill>
            </p:spPr>
          </p:sp>
          <p:sp>
            <p:nvSpPr>
              <p:cNvPr name="TextBox 41" id="41"/>
              <p:cNvSpPr txBox="true"/>
              <p:nvPr/>
            </p:nvSpPr>
            <p:spPr>
              <a:xfrm>
                <a:off x="101600" y="-38100"/>
                <a:ext cx="937785" cy="28734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grpSp>
          <p:nvGrpSpPr>
            <p:cNvPr name="Group 42" id="42"/>
            <p:cNvGrpSpPr/>
            <p:nvPr/>
          </p:nvGrpSpPr>
          <p:grpSpPr>
            <a:xfrm rot="-10800000">
              <a:off x="3094536" y="2203713"/>
              <a:ext cx="1551081" cy="1357196"/>
              <a:chOff x="0" y="0"/>
              <a:chExt cx="812800" cy="711200"/>
            </a:xfrm>
          </p:grpSpPr>
          <p:sp>
            <p:nvSpPr>
              <p:cNvPr name="Freeform 43" id="43"/>
              <p:cNvSpPr/>
              <p:nvPr/>
            </p:nvSpPr>
            <p:spPr>
              <a:xfrm flipH="false" flipV="false" rot="0">
                <a:off x="0" y="0"/>
                <a:ext cx="812800" cy="711200"/>
              </a:xfrm>
              <a:custGeom>
                <a:avLst/>
                <a:gdLst/>
                <a:ahLst/>
                <a:cxnLst/>
                <a:rect r="r" b="b" t="t" l="l"/>
                <a:pathLst>
                  <a:path h="711200" w="812800">
                    <a:moveTo>
                      <a:pt x="406400" y="711200"/>
                    </a:moveTo>
                    <a:lnTo>
                      <a:pt x="812800" y="0"/>
                    </a:lnTo>
                    <a:lnTo>
                      <a:pt x="0" y="0"/>
                    </a:lnTo>
                    <a:lnTo>
                      <a:pt x="406400" y="711200"/>
                    </a:lnTo>
                    <a:close/>
                  </a:path>
                </a:pathLst>
              </a:custGeom>
              <a:solidFill>
                <a:srgbClr val="A5B4C7"/>
              </a:solidFill>
            </p:spPr>
          </p:sp>
          <p:sp>
            <p:nvSpPr>
              <p:cNvPr name="TextBox 44" id="44"/>
              <p:cNvSpPr txBox="true"/>
              <p:nvPr/>
            </p:nvSpPr>
            <p:spPr>
              <a:xfrm>
                <a:off x="127000" y="12700"/>
                <a:ext cx="558800" cy="36830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</p:grpSp>
      <p:grpSp>
        <p:nvGrpSpPr>
          <p:cNvPr name="Group 45" id="45"/>
          <p:cNvGrpSpPr/>
          <p:nvPr/>
        </p:nvGrpSpPr>
        <p:grpSpPr>
          <a:xfrm rot="-10800000">
            <a:off x="-2304700" y="-378866"/>
            <a:ext cx="6666800" cy="4085592"/>
            <a:chOff x="0" y="0"/>
            <a:chExt cx="8889067" cy="5447455"/>
          </a:xfrm>
        </p:grpSpPr>
        <p:grpSp>
          <p:nvGrpSpPr>
            <p:cNvPr name="Group 46" id="46"/>
            <p:cNvGrpSpPr/>
            <p:nvPr/>
          </p:nvGrpSpPr>
          <p:grpSpPr>
            <a:xfrm rot="-10800000">
              <a:off x="2663403" y="0"/>
              <a:ext cx="6225663" cy="5447455"/>
              <a:chOff x="0" y="0"/>
              <a:chExt cx="812800" cy="711200"/>
            </a:xfrm>
          </p:grpSpPr>
          <p:sp>
            <p:nvSpPr>
              <p:cNvPr name="Freeform 47" id="47"/>
              <p:cNvSpPr/>
              <p:nvPr/>
            </p:nvSpPr>
            <p:spPr>
              <a:xfrm flipH="false" flipV="false" rot="0">
                <a:off x="0" y="0"/>
                <a:ext cx="812800" cy="711200"/>
              </a:xfrm>
              <a:custGeom>
                <a:avLst/>
                <a:gdLst/>
                <a:ahLst/>
                <a:cxnLst/>
                <a:rect r="r" b="b" t="t" l="l"/>
                <a:pathLst>
                  <a:path h="711200" w="812800">
                    <a:moveTo>
                      <a:pt x="406400" y="711200"/>
                    </a:moveTo>
                    <a:lnTo>
                      <a:pt x="812800" y="0"/>
                    </a:lnTo>
                    <a:lnTo>
                      <a:pt x="0" y="0"/>
                    </a:lnTo>
                    <a:lnTo>
                      <a:pt x="406400" y="711200"/>
                    </a:lnTo>
                    <a:close/>
                  </a:path>
                </a:pathLst>
              </a:custGeom>
              <a:solidFill>
                <a:srgbClr val="6B7A8C"/>
              </a:solidFill>
            </p:spPr>
          </p:sp>
          <p:sp>
            <p:nvSpPr>
              <p:cNvPr name="TextBox 48" id="48"/>
              <p:cNvSpPr txBox="true"/>
              <p:nvPr/>
            </p:nvSpPr>
            <p:spPr>
              <a:xfrm>
                <a:off x="127000" y="12700"/>
                <a:ext cx="558800" cy="36830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grpSp>
          <p:nvGrpSpPr>
            <p:cNvPr name="Group 49" id="49"/>
            <p:cNvGrpSpPr/>
            <p:nvPr/>
          </p:nvGrpSpPr>
          <p:grpSpPr>
            <a:xfrm rot="-10800000">
              <a:off x="0" y="3821268"/>
              <a:ext cx="5776235" cy="1261779"/>
              <a:chOff x="0" y="0"/>
              <a:chExt cx="1140985" cy="249240"/>
            </a:xfrm>
          </p:grpSpPr>
          <p:sp>
            <p:nvSpPr>
              <p:cNvPr name="Freeform 50" id="50"/>
              <p:cNvSpPr/>
              <p:nvPr/>
            </p:nvSpPr>
            <p:spPr>
              <a:xfrm flipH="false" flipV="false" rot="0">
                <a:off x="0" y="0"/>
                <a:ext cx="1140985" cy="249240"/>
              </a:xfrm>
              <a:custGeom>
                <a:avLst/>
                <a:gdLst/>
                <a:ahLst/>
                <a:cxnLst/>
                <a:rect r="r" b="b" t="t" l="l"/>
                <a:pathLst>
                  <a:path h="249240" w="1140985">
                    <a:moveTo>
                      <a:pt x="203200" y="0"/>
                    </a:moveTo>
                    <a:lnTo>
                      <a:pt x="1140985" y="0"/>
                    </a:lnTo>
                    <a:lnTo>
                      <a:pt x="937785" y="249240"/>
                    </a:lnTo>
                    <a:lnTo>
                      <a:pt x="0" y="249240"/>
                    </a:lnTo>
                    <a:lnTo>
                      <a:pt x="203200" y="0"/>
                    </a:lnTo>
                    <a:close/>
                  </a:path>
                </a:pathLst>
              </a:custGeom>
              <a:solidFill>
                <a:srgbClr val="88A5C4"/>
              </a:solidFill>
            </p:spPr>
          </p:sp>
          <p:sp>
            <p:nvSpPr>
              <p:cNvPr name="TextBox 51" id="51"/>
              <p:cNvSpPr txBox="true"/>
              <p:nvPr/>
            </p:nvSpPr>
            <p:spPr>
              <a:xfrm>
                <a:off x="101600" y="-38100"/>
                <a:ext cx="937785" cy="28734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grpSp>
          <p:nvGrpSpPr>
            <p:cNvPr name="Group 52" id="52"/>
            <p:cNvGrpSpPr/>
            <p:nvPr/>
          </p:nvGrpSpPr>
          <p:grpSpPr>
            <a:xfrm rot="-10800000">
              <a:off x="3094536" y="2203713"/>
              <a:ext cx="1551081" cy="1357196"/>
              <a:chOff x="0" y="0"/>
              <a:chExt cx="812800" cy="711200"/>
            </a:xfrm>
          </p:grpSpPr>
          <p:sp>
            <p:nvSpPr>
              <p:cNvPr name="Freeform 53" id="53"/>
              <p:cNvSpPr/>
              <p:nvPr/>
            </p:nvSpPr>
            <p:spPr>
              <a:xfrm flipH="false" flipV="false" rot="0">
                <a:off x="0" y="0"/>
                <a:ext cx="812800" cy="711200"/>
              </a:xfrm>
              <a:custGeom>
                <a:avLst/>
                <a:gdLst/>
                <a:ahLst/>
                <a:cxnLst/>
                <a:rect r="r" b="b" t="t" l="l"/>
                <a:pathLst>
                  <a:path h="711200" w="812800">
                    <a:moveTo>
                      <a:pt x="406400" y="711200"/>
                    </a:moveTo>
                    <a:lnTo>
                      <a:pt x="812800" y="0"/>
                    </a:lnTo>
                    <a:lnTo>
                      <a:pt x="0" y="0"/>
                    </a:lnTo>
                    <a:lnTo>
                      <a:pt x="406400" y="711200"/>
                    </a:lnTo>
                    <a:close/>
                  </a:path>
                </a:pathLst>
              </a:custGeom>
              <a:solidFill>
                <a:srgbClr val="A5B4C7"/>
              </a:solidFill>
            </p:spPr>
          </p:sp>
          <p:sp>
            <p:nvSpPr>
              <p:cNvPr name="TextBox 54" id="54"/>
              <p:cNvSpPr txBox="true"/>
              <p:nvPr/>
            </p:nvSpPr>
            <p:spPr>
              <a:xfrm>
                <a:off x="127000" y="12700"/>
                <a:ext cx="558800" cy="36830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</p:grpSp>
      <p:graphicFrame>
        <p:nvGraphicFramePr>
          <p:cNvPr name="Table 55" id="55"/>
          <p:cNvGraphicFramePr>
            <a:graphicFrameLocks noGrp="true"/>
          </p:cNvGraphicFramePr>
          <p:nvPr/>
        </p:nvGraphicFramePr>
        <p:xfrm>
          <a:off x="5639062" y="2486025"/>
          <a:ext cx="7103822" cy="6305550"/>
        </p:xfrm>
        <a:graphic>
          <a:graphicData uri="http://schemas.openxmlformats.org/drawingml/2006/table">
            <a:tbl>
              <a:tblPr/>
              <a:tblGrid>
                <a:gridCol w="2394871"/>
                <a:gridCol w="4708952"/>
              </a:tblGrid>
              <a:tr h="1140365"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659"/>
                        </a:lnSpc>
                        <a:defRPr/>
                      </a:pPr>
                      <a:r>
                        <a:rPr lang="en-US" sz="1899" b="true">
                          <a:solidFill>
                            <a:srgbClr val="000000"/>
                          </a:solidFill>
                          <a:latin typeface="Muli Bold"/>
                          <a:ea typeface="Muli Bold"/>
                          <a:cs typeface="Muli Bold"/>
                          <a:sym typeface="Muli Bold"/>
                        </a:rPr>
                        <a:t>Project Title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659"/>
                        </a:lnSpc>
                        <a:defRPr/>
                      </a:pPr>
                      <a:r>
                        <a:rPr lang="en-US" sz="1899" b="true">
                          <a:solidFill>
                            <a:srgbClr val="000000"/>
                          </a:solidFill>
                          <a:latin typeface="Muli Bold"/>
                          <a:ea typeface="Muli Bold"/>
                          <a:cs typeface="Muli Bold"/>
                          <a:sym typeface="Muli Bold"/>
                        </a:rPr>
                        <a:t>RetinaSense AI – Intelligent Diabetic Retinopathy Detection System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04964"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659"/>
                        </a:lnSpc>
                        <a:defRPr/>
                      </a:pPr>
                      <a:r>
                        <a:rPr lang="en-US" sz="1899">
                          <a:solidFill>
                            <a:srgbClr val="000000"/>
                          </a:solidFill>
                          <a:latin typeface="Muli"/>
                          <a:ea typeface="Muli"/>
                          <a:cs typeface="Muli"/>
                          <a:sym typeface="Muli"/>
                        </a:rPr>
                        <a:t>Project Type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659"/>
                        </a:lnSpc>
                        <a:defRPr/>
                      </a:pPr>
                      <a:r>
                        <a:rPr lang="en-US" sz="1899">
                          <a:solidFill>
                            <a:srgbClr val="000000"/>
                          </a:solidFill>
                          <a:latin typeface="Muli"/>
                          <a:ea typeface="Muli"/>
                          <a:cs typeface="Muli"/>
                          <a:sym typeface="Muli"/>
                        </a:rPr>
                        <a:t>Capstone Project 1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04964"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659"/>
                        </a:lnSpc>
                        <a:defRPr/>
                      </a:pPr>
                      <a:r>
                        <a:rPr lang="en-US" sz="1899">
                          <a:solidFill>
                            <a:srgbClr val="000000"/>
                          </a:solidFill>
                          <a:latin typeface="Muli"/>
                          <a:ea typeface="Muli"/>
                          <a:cs typeface="Muli"/>
                          <a:sym typeface="Muli"/>
                        </a:rPr>
                        <a:t>Domain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659"/>
                        </a:lnSpc>
                        <a:defRPr/>
                      </a:pPr>
                      <a:r>
                        <a:rPr lang="en-US" sz="1899">
                          <a:solidFill>
                            <a:srgbClr val="000000"/>
                          </a:solidFill>
                          <a:latin typeface="Muli"/>
                          <a:ea typeface="Muli"/>
                          <a:cs typeface="Muli"/>
                          <a:sym typeface="Muli"/>
                        </a:rPr>
                        <a:t>AI / ML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04964"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659"/>
                        </a:lnSpc>
                        <a:defRPr/>
                      </a:pPr>
                      <a:r>
                        <a:rPr lang="en-US" sz="1899">
                          <a:solidFill>
                            <a:srgbClr val="000000"/>
                          </a:solidFill>
                          <a:latin typeface="Muli"/>
                          <a:ea typeface="Muli"/>
                          <a:cs typeface="Muli"/>
                          <a:sym typeface="Muli"/>
                        </a:rPr>
                        <a:t>Subdomain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659"/>
                        </a:lnSpc>
                        <a:defRPr/>
                      </a:pPr>
                      <a:r>
                        <a:rPr lang="en-US" sz="1899">
                          <a:solidFill>
                            <a:srgbClr val="000000"/>
                          </a:solidFill>
                          <a:latin typeface="Muli"/>
                          <a:ea typeface="Muli"/>
                          <a:cs typeface="Muli"/>
                          <a:sym typeface="Muli"/>
                        </a:rPr>
                        <a:t>Medical Image Analysis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04964"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659"/>
                        </a:lnSpc>
                        <a:defRPr/>
                      </a:pPr>
                      <a:r>
                        <a:rPr lang="en-US" sz="1899">
                          <a:solidFill>
                            <a:srgbClr val="000000"/>
                          </a:solidFill>
                          <a:latin typeface="Muli"/>
                          <a:ea typeface="Muli"/>
                          <a:cs typeface="Muli"/>
                          <a:sym typeface="Muli"/>
                        </a:rPr>
                        <a:t>Application Type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659"/>
                        </a:lnSpc>
                        <a:defRPr/>
                      </a:pPr>
                      <a:r>
                        <a:rPr lang="en-US" sz="1899">
                          <a:solidFill>
                            <a:srgbClr val="000000"/>
                          </a:solidFill>
                          <a:latin typeface="Muli"/>
                          <a:ea typeface="Muli"/>
                          <a:cs typeface="Muli"/>
                          <a:sym typeface="Muli"/>
                        </a:rPr>
                        <a:t>Web-Based AI Digital Platform 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04964"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659"/>
                        </a:lnSpc>
                        <a:defRPr/>
                      </a:pPr>
                      <a:r>
                        <a:rPr lang="en-US" sz="1899">
                          <a:solidFill>
                            <a:srgbClr val="000000"/>
                          </a:solidFill>
                          <a:latin typeface="Muli"/>
                          <a:ea typeface="Muli"/>
                          <a:cs typeface="Muli"/>
                          <a:sym typeface="Muli"/>
                        </a:rPr>
                        <a:t>Primary Input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659"/>
                        </a:lnSpc>
                        <a:defRPr/>
                      </a:pPr>
                      <a:r>
                        <a:rPr lang="en-US" sz="1899">
                          <a:solidFill>
                            <a:srgbClr val="000000"/>
                          </a:solidFill>
                          <a:latin typeface="Muli"/>
                          <a:ea typeface="Muli"/>
                          <a:cs typeface="Muli"/>
                          <a:sym typeface="Muli"/>
                        </a:rPr>
                        <a:t>Retinal fundus photograph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40365"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659"/>
                        </a:lnSpc>
                        <a:defRPr/>
                      </a:pPr>
                      <a:r>
                        <a:rPr lang="en-US" sz="1899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Explainability Approach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659"/>
                        </a:lnSpc>
                        <a:defRPr/>
                      </a:pPr>
                      <a:r>
                        <a:rPr lang="en-US" sz="1899">
                          <a:solidFill>
                            <a:srgbClr val="000000"/>
                          </a:solidFill>
                          <a:latin typeface="Muli"/>
                          <a:ea typeface="Muli"/>
                          <a:cs typeface="Muli"/>
                          <a:sym typeface="Muli"/>
                        </a:rPr>
                        <a:t>Grad-CAM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gradFill rotWithShape="true">
          <a:gsLst>
            <a:gs pos="0">
              <a:srgbClr val="FBFBFB">
                <a:alpha val="100000"/>
              </a:srgbClr>
            </a:gs>
            <a:gs pos="33333">
              <a:srgbClr val="F1F1F1">
                <a:alpha val="66500"/>
              </a:srgbClr>
            </a:gs>
            <a:gs pos="66667">
              <a:srgbClr val="E9E9E9">
                <a:alpha val="67000"/>
              </a:srgbClr>
            </a:gs>
            <a:gs pos="100000">
              <a:srgbClr val="E0E1E3">
                <a:alpha val="25000"/>
              </a:srgbClr>
            </a:gs>
          </a:gsLst>
          <a:lin ang="540000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-1039392">
            <a:off x="-5599131" y="-3928144"/>
            <a:ext cx="29486263" cy="18143288"/>
            <a:chOff x="0" y="0"/>
            <a:chExt cx="39315017" cy="24191051"/>
          </a:xfrm>
        </p:grpSpPr>
        <p:sp>
          <p:nvSpPr>
            <p:cNvPr name="Freeform 3" id="3"/>
            <p:cNvSpPr/>
            <p:nvPr/>
          </p:nvSpPr>
          <p:spPr>
            <a:xfrm flipH="false" flipV="true" rot="0">
              <a:off x="10693806" y="890869"/>
              <a:ext cx="13700313" cy="12738888"/>
            </a:xfrm>
            <a:custGeom>
              <a:avLst/>
              <a:gdLst/>
              <a:ahLst/>
              <a:cxnLst/>
              <a:rect r="r" b="b" t="t" l="l"/>
              <a:pathLst>
                <a:path h="12738888" w="13700313">
                  <a:moveTo>
                    <a:pt x="0" y="12738888"/>
                  </a:moveTo>
                  <a:lnTo>
                    <a:pt x="13700313" y="12738888"/>
                  </a:lnTo>
                  <a:lnTo>
                    <a:pt x="13700313" y="0"/>
                  </a:lnTo>
                  <a:lnTo>
                    <a:pt x="0" y="0"/>
                  </a:lnTo>
                  <a:lnTo>
                    <a:pt x="0" y="12738888"/>
                  </a:lnTo>
                  <a:close/>
                </a:path>
              </a:pathLst>
            </a:custGeom>
            <a:blipFill>
              <a:blip r:embed="rId2">
                <a:alphaModFix amt="10999"/>
              </a:blip>
              <a:stretch>
                <a:fillRect l="0" t="0" r="0" b="0"/>
              </a:stretch>
            </a:blipFill>
          </p:spPr>
        </p:sp>
        <p:sp>
          <p:nvSpPr>
            <p:cNvPr name="Freeform 4" id="4"/>
            <p:cNvSpPr/>
            <p:nvPr/>
          </p:nvSpPr>
          <p:spPr>
            <a:xfrm flipH="false" flipV="true" rot="0">
              <a:off x="21387611" y="0"/>
              <a:ext cx="13700313" cy="12738888"/>
            </a:xfrm>
            <a:custGeom>
              <a:avLst/>
              <a:gdLst/>
              <a:ahLst/>
              <a:cxnLst/>
              <a:rect r="r" b="b" t="t" l="l"/>
              <a:pathLst>
                <a:path h="12738888" w="13700313">
                  <a:moveTo>
                    <a:pt x="0" y="12738888"/>
                  </a:moveTo>
                  <a:lnTo>
                    <a:pt x="13700314" y="12738888"/>
                  </a:lnTo>
                  <a:lnTo>
                    <a:pt x="13700314" y="0"/>
                  </a:lnTo>
                  <a:lnTo>
                    <a:pt x="0" y="0"/>
                  </a:lnTo>
                  <a:lnTo>
                    <a:pt x="0" y="12738888"/>
                  </a:lnTo>
                  <a:close/>
                </a:path>
              </a:pathLst>
            </a:custGeom>
            <a:blipFill>
              <a:blip r:embed="rId2">
                <a:alphaModFix amt="10999"/>
              </a:blip>
              <a:stretch>
                <a:fillRect l="0" t="0" r="0" b="0"/>
              </a:stretch>
            </a:blipFill>
          </p:spPr>
        </p:sp>
        <p:sp>
          <p:nvSpPr>
            <p:cNvPr name="Freeform 5" id="5"/>
            <p:cNvSpPr/>
            <p:nvPr/>
          </p:nvSpPr>
          <p:spPr>
            <a:xfrm flipH="true" flipV="false" rot="0">
              <a:off x="25614703" y="9670425"/>
              <a:ext cx="13700313" cy="12738888"/>
            </a:xfrm>
            <a:custGeom>
              <a:avLst/>
              <a:gdLst/>
              <a:ahLst/>
              <a:cxnLst/>
              <a:rect r="r" b="b" t="t" l="l"/>
              <a:pathLst>
                <a:path h="12738888" w="13700313">
                  <a:moveTo>
                    <a:pt x="13700314" y="0"/>
                  </a:moveTo>
                  <a:lnTo>
                    <a:pt x="0" y="0"/>
                  </a:lnTo>
                  <a:lnTo>
                    <a:pt x="0" y="12738888"/>
                  </a:lnTo>
                  <a:lnTo>
                    <a:pt x="13700314" y="12738888"/>
                  </a:lnTo>
                  <a:lnTo>
                    <a:pt x="13700314" y="0"/>
                  </a:lnTo>
                  <a:close/>
                </a:path>
              </a:pathLst>
            </a:custGeom>
            <a:blipFill>
              <a:blip r:embed="rId2">
                <a:alphaModFix amt="10999"/>
              </a:blip>
              <a:stretch>
                <a:fillRect l="0" t="0" r="0" b="0"/>
              </a:stretch>
            </a:blipFill>
          </p:spPr>
        </p:sp>
        <p:sp>
          <p:nvSpPr>
            <p:cNvPr name="Freeform 6" id="6"/>
            <p:cNvSpPr/>
            <p:nvPr/>
          </p:nvSpPr>
          <p:spPr>
            <a:xfrm flipH="true" flipV="false" rot="0">
              <a:off x="14920898" y="10561294"/>
              <a:ext cx="13700313" cy="12738888"/>
            </a:xfrm>
            <a:custGeom>
              <a:avLst/>
              <a:gdLst/>
              <a:ahLst/>
              <a:cxnLst/>
              <a:rect r="r" b="b" t="t" l="l"/>
              <a:pathLst>
                <a:path h="12738888" w="13700313">
                  <a:moveTo>
                    <a:pt x="13700313" y="0"/>
                  </a:moveTo>
                  <a:lnTo>
                    <a:pt x="0" y="0"/>
                  </a:lnTo>
                  <a:lnTo>
                    <a:pt x="0" y="12738888"/>
                  </a:lnTo>
                  <a:lnTo>
                    <a:pt x="13700313" y="12738888"/>
                  </a:lnTo>
                  <a:lnTo>
                    <a:pt x="13700313" y="0"/>
                  </a:lnTo>
                  <a:close/>
                </a:path>
              </a:pathLst>
            </a:custGeom>
            <a:blipFill>
              <a:blip r:embed="rId2">
                <a:alphaModFix amt="10999"/>
              </a:blip>
              <a:stretch>
                <a:fillRect l="0" t="0" r="0" b="0"/>
              </a:stretch>
            </a:blipFill>
          </p:spPr>
        </p:sp>
        <p:sp>
          <p:nvSpPr>
            <p:cNvPr name="Freeform 7" id="7"/>
            <p:cNvSpPr/>
            <p:nvPr/>
          </p:nvSpPr>
          <p:spPr>
            <a:xfrm flipH="false" flipV="true" rot="0">
              <a:off x="0" y="1781739"/>
              <a:ext cx="13700313" cy="12738888"/>
            </a:xfrm>
            <a:custGeom>
              <a:avLst/>
              <a:gdLst/>
              <a:ahLst/>
              <a:cxnLst/>
              <a:rect r="r" b="b" t="t" l="l"/>
              <a:pathLst>
                <a:path h="12738888" w="13700313">
                  <a:moveTo>
                    <a:pt x="0" y="12738888"/>
                  </a:moveTo>
                  <a:lnTo>
                    <a:pt x="13700313" y="12738888"/>
                  </a:lnTo>
                  <a:lnTo>
                    <a:pt x="13700313" y="0"/>
                  </a:lnTo>
                  <a:lnTo>
                    <a:pt x="0" y="0"/>
                  </a:lnTo>
                  <a:lnTo>
                    <a:pt x="0" y="12738888"/>
                  </a:lnTo>
                  <a:close/>
                </a:path>
              </a:pathLst>
            </a:custGeom>
            <a:blipFill>
              <a:blip r:embed="rId2">
                <a:alphaModFix amt="10999"/>
              </a:blip>
              <a:stretch>
                <a:fillRect l="0" t="0" r="0" b="0"/>
              </a:stretch>
            </a:blipFill>
          </p:spPr>
        </p:sp>
        <p:sp>
          <p:nvSpPr>
            <p:cNvPr name="Freeform 8" id="8"/>
            <p:cNvSpPr/>
            <p:nvPr/>
          </p:nvSpPr>
          <p:spPr>
            <a:xfrm flipH="true" flipV="false" rot="0">
              <a:off x="4227092" y="11452163"/>
              <a:ext cx="13700313" cy="12738888"/>
            </a:xfrm>
            <a:custGeom>
              <a:avLst/>
              <a:gdLst/>
              <a:ahLst/>
              <a:cxnLst/>
              <a:rect r="r" b="b" t="t" l="l"/>
              <a:pathLst>
                <a:path h="12738888" w="13700313">
                  <a:moveTo>
                    <a:pt x="13700313" y="0"/>
                  </a:moveTo>
                  <a:lnTo>
                    <a:pt x="0" y="0"/>
                  </a:lnTo>
                  <a:lnTo>
                    <a:pt x="0" y="12738888"/>
                  </a:lnTo>
                  <a:lnTo>
                    <a:pt x="13700313" y="12738888"/>
                  </a:lnTo>
                  <a:lnTo>
                    <a:pt x="13700313" y="0"/>
                  </a:lnTo>
                  <a:close/>
                </a:path>
              </a:pathLst>
            </a:custGeom>
            <a:blipFill>
              <a:blip r:embed="rId2">
                <a:alphaModFix amt="10999"/>
              </a:blip>
              <a:stretch>
                <a:fillRect l="0" t="0" r="0" b="0"/>
              </a:stretch>
            </a:blipFill>
          </p:spPr>
        </p:sp>
      </p:grpSp>
      <p:grpSp>
        <p:nvGrpSpPr>
          <p:cNvPr name="Group 9" id="9"/>
          <p:cNvGrpSpPr/>
          <p:nvPr/>
        </p:nvGrpSpPr>
        <p:grpSpPr>
          <a:xfrm rot="0">
            <a:off x="328767" y="360263"/>
            <a:ext cx="17630466" cy="9566473"/>
            <a:chOff x="0" y="0"/>
            <a:chExt cx="23507288" cy="12755298"/>
          </a:xfrm>
        </p:grpSpPr>
        <p:grpSp>
          <p:nvGrpSpPr>
            <p:cNvPr name="Group 10" id="10"/>
            <p:cNvGrpSpPr/>
            <p:nvPr/>
          </p:nvGrpSpPr>
          <p:grpSpPr>
            <a:xfrm rot="0">
              <a:off x="0" y="7832412"/>
              <a:ext cx="63500" cy="4922886"/>
              <a:chOff x="0" y="0"/>
              <a:chExt cx="12543" cy="972422"/>
            </a:xfrm>
          </p:grpSpPr>
          <p:sp>
            <p:nvSpPr>
              <p:cNvPr name="Freeform 11" id="11"/>
              <p:cNvSpPr/>
              <p:nvPr/>
            </p:nvSpPr>
            <p:spPr>
              <a:xfrm flipH="false" flipV="false" rot="0">
                <a:off x="0" y="0"/>
                <a:ext cx="12543" cy="972422"/>
              </a:xfrm>
              <a:custGeom>
                <a:avLst/>
                <a:gdLst/>
                <a:ahLst/>
                <a:cxnLst/>
                <a:rect r="r" b="b" t="t" l="l"/>
                <a:pathLst>
                  <a:path h="972422" w="12543">
                    <a:moveTo>
                      <a:pt x="0" y="0"/>
                    </a:moveTo>
                    <a:lnTo>
                      <a:pt x="12543" y="0"/>
                    </a:lnTo>
                    <a:lnTo>
                      <a:pt x="12543" y="972422"/>
                    </a:lnTo>
                    <a:lnTo>
                      <a:pt x="0" y="972422"/>
                    </a:lnTo>
                    <a:close/>
                  </a:path>
                </a:pathLst>
              </a:custGeom>
              <a:solidFill>
                <a:srgbClr val="17415F"/>
              </a:solidFill>
            </p:spPr>
          </p:sp>
          <p:sp>
            <p:nvSpPr>
              <p:cNvPr name="TextBox 12" id="12"/>
              <p:cNvSpPr txBox="true"/>
              <p:nvPr/>
            </p:nvSpPr>
            <p:spPr>
              <a:xfrm>
                <a:off x="0" y="-38100"/>
                <a:ext cx="12543" cy="1010522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grpSp>
          <p:nvGrpSpPr>
            <p:cNvPr name="Group 13" id="13"/>
            <p:cNvGrpSpPr/>
            <p:nvPr/>
          </p:nvGrpSpPr>
          <p:grpSpPr>
            <a:xfrm rot="-5400000">
              <a:off x="6920832" y="5834466"/>
              <a:ext cx="63500" cy="13778164"/>
              <a:chOff x="0" y="0"/>
              <a:chExt cx="12543" cy="2721613"/>
            </a:xfrm>
          </p:grpSpPr>
          <p:sp>
            <p:nvSpPr>
              <p:cNvPr name="Freeform 14" id="14"/>
              <p:cNvSpPr/>
              <p:nvPr/>
            </p:nvSpPr>
            <p:spPr>
              <a:xfrm flipH="false" flipV="false" rot="0">
                <a:off x="0" y="0"/>
                <a:ext cx="12543" cy="2721613"/>
              </a:xfrm>
              <a:custGeom>
                <a:avLst/>
                <a:gdLst/>
                <a:ahLst/>
                <a:cxnLst/>
                <a:rect r="r" b="b" t="t" l="l"/>
                <a:pathLst>
                  <a:path h="2721613" w="12543">
                    <a:moveTo>
                      <a:pt x="0" y="0"/>
                    </a:moveTo>
                    <a:lnTo>
                      <a:pt x="12543" y="0"/>
                    </a:lnTo>
                    <a:lnTo>
                      <a:pt x="12543" y="2721613"/>
                    </a:lnTo>
                    <a:lnTo>
                      <a:pt x="0" y="2721613"/>
                    </a:lnTo>
                    <a:close/>
                  </a:path>
                </a:pathLst>
              </a:custGeom>
              <a:solidFill>
                <a:srgbClr val="17415F"/>
              </a:solidFill>
            </p:spPr>
          </p:sp>
          <p:sp>
            <p:nvSpPr>
              <p:cNvPr name="TextBox 15" id="15"/>
              <p:cNvSpPr txBox="true"/>
              <p:nvPr/>
            </p:nvSpPr>
            <p:spPr>
              <a:xfrm>
                <a:off x="0" y="-38100"/>
                <a:ext cx="12543" cy="2759713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grpSp>
          <p:nvGrpSpPr>
            <p:cNvPr name="Group 16" id="16"/>
            <p:cNvGrpSpPr/>
            <p:nvPr/>
          </p:nvGrpSpPr>
          <p:grpSpPr>
            <a:xfrm rot="-10800000">
              <a:off x="23443788" y="0"/>
              <a:ext cx="63500" cy="4922886"/>
              <a:chOff x="0" y="0"/>
              <a:chExt cx="12543" cy="972422"/>
            </a:xfrm>
          </p:grpSpPr>
          <p:sp>
            <p:nvSpPr>
              <p:cNvPr name="Freeform 17" id="17"/>
              <p:cNvSpPr/>
              <p:nvPr/>
            </p:nvSpPr>
            <p:spPr>
              <a:xfrm flipH="false" flipV="false" rot="0">
                <a:off x="0" y="0"/>
                <a:ext cx="12543" cy="972422"/>
              </a:xfrm>
              <a:custGeom>
                <a:avLst/>
                <a:gdLst/>
                <a:ahLst/>
                <a:cxnLst/>
                <a:rect r="r" b="b" t="t" l="l"/>
                <a:pathLst>
                  <a:path h="972422" w="12543">
                    <a:moveTo>
                      <a:pt x="0" y="0"/>
                    </a:moveTo>
                    <a:lnTo>
                      <a:pt x="12543" y="0"/>
                    </a:lnTo>
                    <a:lnTo>
                      <a:pt x="12543" y="972422"/>
                    </a:lnTo>
                    <a:lnTo>
                      <a:pt x="0" y="972422"/>
                    </a:lnTo>
                    <a:close/>
                  </a:path>
                </a:pathLst>
              </a:custGeom>
              <a:solidFill>
                <a:srgbClr val="17415F"/>
              </a:solidFill>
            </p:spPr>
          </p:sp>
          <p:sp>
            <p:nvSpPr>
              <p:cNvPr name="TextBox 18" id="18"/>
              <p:cNvSpPr txBox="true"/>
              <p:nvPr/>
            </p:nvSpPr>
            <p:spPr>
              <a:xfrm>
                <a:off x="0" y="-38100"/>
                <a:ext cx="12543" cy="1010522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grpSp>
          <p:nvGrpSpPr>
            <p:cNvPr name="Group 19" id="19"/>
            <p:cNvGrpSpPr/>
            <p:nvPr/>
          </p:nvGrpSpPr>
          <p:grpSpPr>
            <a:xfrm rot="5400000">
              <a:off x="16522956" y="-6857332"/>
              <a:ext cx="63500" cy="13778164"/>
              <a:chOff x="0" y="0"/>
              <a:chExt cx="12543" cy="2721613"/>
            </a:xfrm>
          </p:grpSpPr>
          <p:sp>
            <p:nvSpPr>
              <p:cNvPr name="Freeform 20" id="20"/>
              <p:cNvSpPr/>
              <p:nvPr/>
            </p:nvSpPr>
            <p:spPr>
              <a:xfrm flipH="false" flipV="false" rot="0">
                <a:off x="0" y="0"/>
                <a:ext cx="12543" cy="2721613"/>
              </a:xfrm>
              <a:custGeom>
                <a:avLst/>
                <a:gdLst/>
                <a:ahLst/>
                <a:cxnLst/>
                <a:rect r="r" b="b" t="t" l="l"/>
                <a:pathLst>
                  <a:path h="2721613" w="12543">
                    <a:moveTo>
                      <a:pt x="0" y="0"/>
                    </a:moveTo>
                    <a:lnTo>
                      <a:pt x="12543" y="0"/>
                    </a:lnTo>
                    <a:lnTo>
                      <a:pt x="12543" y="2721613"/>
                    </a:lnTo>
                    <a:lnTo>
                      <a:pt x="0" y="2721613"/>
                    </a:lnTo>
                    <a:close/>
                  </a:path>
                </a:pathLst>
              </a:custGeom>
              <a:solidFill>
                <a:srgbClr val="17415F"/>
              </a:solidFill>
            </p:spPr>
          </p:sp>
          <p:sp>
            <p:nvSpPr>
              <p:cNvPr name="TextBox 21" id="21"/>
              <p:cNvSpPr txBox="true"/>
              <p:nvPr/>
            </p:nvSpPr>
            <p:spPr>
              <a:xfrm>
                <a:off x="0" y="-38100"/>
                <a:ext cx="12543" cy="2759713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grpSp>
          <p:nvGrpSpPr>
            <p:cNvPr name="Group 22" id="22"/>
            <p:cNvGrpSpPr/>
            <p:nvPr/>
          </p:nvGrpSpPr>
          <p:grpSpPr>
            <a:xfrm rot="-10800000">
              <a:off x="22957231" y="413305"/>
              <a:ext cx="63500" cy="1669468"/>
              <a:chOff x="0" y="0"/>
              <a:chExt cx="12543" cy="329771"/>
            </a:xfrm>
          </p:grpSpPr>
          <p:sp>
            <p:nvSpPr>
              <p:cNvPr name="Freeform 23" id="23"/>
              <p:cNvSpPr/>
              <p:nvPr/>
            </p:nvSpPr>
            <p:spPr>
              <a:xfrm flipH="false" flipV="false" rot="0">
                <a:off x="0" y="0"/>
                <a:ext cx="12543" cy="329771"/>
              </a:xfrm>
              <a:custGeom>
                <a:avLst/>
                <a:gdLst/>
                <a:ahLst/>
                <a:cxnLst/>
                <a:rect r="r" b="b" t="t" l="l"/>
                <a:pathLst>
                  <a:path h="329771" w="12543">
                    <a:moveTo>
                      <a:pt x="0" y="0"/>
                    </a:moveTo>
                    <a:lnTo>
                      <a:pt x="12543" y="0"/>
                    </a:lnTo>
                    <a:lnTo>
                      <a:pt x="12543" y="329771"/>
                    </a:lnTo>
                    <a:lnTo>
                      <a:pt x="0" y="329771"/>
                    </a:lnTo>
                    <a:close/>
                  </a:path>
                </a:pathLst>
              </a:custGeom>
              <a:solidFill>
                <a:srgbClr val="17415F"/>
              </a:solidFill>
            </p:spPr>
          </p:sp>
          <p:sp>
            <p:nvSpPr>
              <p:cNvPr name="TextBox 24" id="24"/>
              <p:cNvSpPr txBox="true"/>
              <p:nvPr/>
            </p:nvSpPr>
            <p:spPr>
              <a:xfrm>
                <a:off x="0" y="-38100"/>
                <a:ext cx="12543" cy="367871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grpSp>
          <p:nvGrpSpPr>
            <p:cNvPr name="Group 25" id="25"/>
            <p:cNvGrpSpPr/>
            <p:nvPr/>
          </p:nvGrpSpPr>
          <p:grpSpPr>
            <a:xfrm rot="5400000">
              <a:off x="20138971" y="-2378926"/>
              <a:ext cx="63500" cy="5647961"/>
              <a:chOff x="0" y="0"/>
              <a:chExt cx="12543" cy="1115647"/>
            </a:xfrm>
          </p:grpSpPr>
          <p:sp>
            <p:nvSpPr>
              <p:cNvPr name="Freeform 26" id="26"/>
              <p:cNvSpPr/>
              <p:nvPr/>
            </p:nvSpPr>
            <p:spPr>
              <a:xfrm flipH="false" flipV="false" rot="0">
                <a:off x="0" y="0"/>
                <a:ext cx="12543" cy="1115647"/>
              </a:xfrm>
              <a:custGeom>
                <a:avLst/>
                <a:gdLst/>
                <a:ahLst/>
                <a:cxnLst/>
                <a:rect r="r" b="b" t="t" l="l"/>
                <a:pathLst>
                  <a:path h="1115647" w="12543">
                    <a:moveTo>
                      <a:pt x="0" y="0"/>
                    </a:moveTo>
                    <a:lnTo>
                      <a:pt x="12543" y="0"/>
                    </a:lnTo>
                    <a:lnTo>
                      <a:pt x="12543" y="1115647"/>
                    </a:lnTo>
                    <a:lnTo>
                      <a:pt x="0" y="1115647"/>
                    </a:lnTo>
                    <a:close/>
                  </a:path>
                </a:pathLst>
              </a:custGeom>
              <a:solidFill>
                <a:srgbClr val="17415F"/>
              </a:solidFill>
            </p:spPr>
          </p:sp>
          <p:sp>
            <p:nvSpPr>
              <p:cNvPr name="TextBox 27" id="27"/>
              <p:cNvSpPr txBox="true"/>
              <p:nvPr/>
            </p:nvSpPr>
            <p:spPr>
              <a:xfrm>
                <a:off x="0" y="-38100"/>
                <a:ext cx="12543" cy="1153747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grpSp>
          <p:nvGrpSpPr>
            <p:cNvPr name="Group 28" id="28"/>
            <p:cNvGrpSpPr/>
            <p:nvPr/>
          </p:nvGrpSpPr>
          <p:grpSpPr>
            <a:xfrm rot="0">
              <a:off x="486556" y="10672525"/>
              <a:ext cx="63500" cy="1669468"/>
              <a:chOff x="0" y="0"/>
              <a:chExt cx="12543" cy="329771"/>
            </a:xfrm>
          </p:grpSpPr>
          <p:sp>
            <p:nvSpPr>
              <p:cNvPr name="Freeform 29" id="29"/>
              <p:cNvSpPr/>
              <p:nvPr/>
            </p:nvSpPr>
            <p:spPr>
              <a:xfrm flipH="false" flipV="false" rot="0">
                <a:off x="0" y="0"/>
                <a:ext cx="12543" cy="329771"/>
              </a:xfrm>
              <a:custGeom>
                <a:avLst/>
                <a:gdLst/>
                <a:ahLst/>
                <a:cxnLst/>
                <a:rect r="r" b="b" t="t" l="l"/>
                <a:pathLst>
                  <a:path h="329771" w="12543">
                    <a:moveTo>
                      <a:pt x="0" y="0"/>
                    </a:moveTo>
                    <a:lnTo>
                      <a:pt x="12543" y="0"/>
                    </a:lnTo>
                    <a:lnTo>
                      <a:pt x="12543" y="329771"/>
                    </a:lnTo>
                    <a:lnTo>
                      <a:pt x="0" y="329771"/>
                    </a:lnTo>
                    <a:close/>
                  </a:path>
                </a:pathLst>
              </a:custGeom>
              <a:solidFill>
                <a:srgbClr val="17415F"/>
              </a:solidFill>
            </p:spPr>
          </p:sp>
          <p:sp>
            <p:nvSpPr>
              <p:cNvPr name="TextBox 30" id="30"/>
              <p:cNvSpPr txBox="true"/>
              <p:nvPr/>
            </p:nvSpPr>
            <p:spPr>
              <a:xfrm>
                <a:off x="0" y="-38100"/>
                <a:ext cx="12543" cy="367871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grpSp>
          <p:nvGrpSpPr>
            <p:cNvPr name="Group 31" id="31"/>
            <p:cNvGrpSpPr/>
            <p:nvPr/>
          </p:nvGrpSpPr>
          <p:grpSpPr>
            <a:xfrm rot="-5400000">
              <a:off x="3304817" y="9486262"/>
              <a:ext cx="63500" cy="5647961"/>
              <a:chOff x="0" y="0"/>
              <a:chExt cx="12543" cy="1115647"/>
            </a:xfrm>
          </p:grpSpPr>
          <p:sp>
            <p:nvSpPr>
              <p:cNvPr name="Freeform 32" id="32"/>
              <p:cNvSpPr/>
              <p:nvPr/>
            </p:nvSpPr>
            <p:spPr>
              <a:xfrm flipH="false" flipV="false" rot="0">
                <a:off x="0" y="0"/>
                <a:ext cx="12543" cy="1115647"/>
              </a:xfrm>
              <a:custGeom>
                <a:avLst/>
                <a:gdLst/>
                <a:ahLst/>
                <a:cxnLst/>
                <a:rect r="r" b="b" t="t" l="l"/>
                <a:pathLst>
                  <a:path h="1115647" w="12543">
                    <a:moveTo>
                      <a:pt x="0" y="0"/>
                    </a:moveTo>
                    <a:lnTo>
                      <a:pt x="12543" y="0"/>
                    </a:lnTo>
                    <a:lnTo>
                      <a:pt x="12543" y="1115647"/>
                    </a:lnTo>
                    <a:lnTo>
                      <a:pt x="0" y="1115647"/>
                    </a:lnTo>
                    <a:close/>
                  </a:path>
                </a:pathLst>
              </a:custGeom>
              <a:solidFill>
                <a:srgbClr val="17415F"/>
              </a:solidFill>
            </p:spPr>
          </p:sp>
          <p:sp>
            <p:nvSpPr>
              <p:cNvPr name="TextBox 33" id="33"/>
              <p:cNvSpPr txBox="true"/>
              <p:nvPr/>
            </p:nvSpPr>
            <p:spPr>
              <a:xfrm>
                <a:off x="0" y="-38100"/>
                <a:ext cx="12543" cy="1153747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</p:grpSp>
      <p:grpSp>
        <p:nvGrpSpPr>
          <p:cNvPr name="Group 34" id="34"/>
          <p:cNvGrpSpPr/>
          <p:nvPr/>
        </p:nvGrpSpPr>
        <p:grpSpPr>
          <a:xfrm rot="0">
            <a:off x="13955824" y="6587618"/>
            <a:ext cx="6666800" cy="4085592"/>
            <a:chOff x="0" y="0"/>
            <a:chExt cx="8889067" cy="5447455"/>
          </a:xfrm>
        </p:grpSpPr>
        <p:grpSp>
          <p:nvGrpSpPr>
            <p:cNvPr name="Group 35" id="35"/>
            <p:cNvGrpSpPr/>
            <p:nvPr/>
          </p:nvGrpSpPr>
          <p:grpSpPr>
            <a:xfrm rot="-10800000">
              <a:off x="2663403" y="0"/>
              <a:ext cx="6225663" cy="5447455"/>
              <a:chOff x="0" y="0"/>
              <a:chExt cx="812800" cy="711200"/>
            </a:xfrm>
          </p:grpSpPr>
          <p:sp>
            <p:nvSpPr>
              <p:cNvPr name="Freeform 36" id="36"/>
              <p:cNvSpPr/>
              <p:nvPr/>
            </p:nvSpPr>
            <p:spPr>
              <a:xfrm flipH="false" flipV="false" rot="0">
                <a:off x="0" y="0"/>
                <a:ext cx="812800" cy="711200"/>
              </a:xfrm>
              <a:custGeom>
                <a:avLst/>
                <a:gdLst/>
                <a:ahLst/>
                <a:cxnLst/>
                <a:rect r="r" b="b" t="t" l="l"/>
                <a:pathLst>
                  <a:path h="711200" w="812800">
                    <a:moveTo>
                      <a:pt x="406400" y="711200"/>
                    </a:moveTo>
                    <a:lnTo>
                      <a:pt x="812800" y="0"/>
                    </a:lnTo>
                    <a:lnTo>
                      <a:pt x="0" y="0"/>
                    </a:lnTo>
                    <a:lnTo>
                      <a:pt x="406400" y="711200"/>
                    </a:lnTo>
                    <a:close/>
                  </a:path>
                </a:pathLst>
              </a:custGeom>
              <a:solidFill>
                <a:srgbClr val="6B7A8C"/>
              </a:solidFill>
            </p:spPr>
          </p:sp>
          <p:sp>
            <p:nvSpPr>
              <p:cNvPr name="TextBox 37" id="37"/>
              <p:cNvSpPr txBox="true"/>
              <p:nvPr/>
            </p:nvSpPr>
            <p:spPr>
              <a:xfrm>
                <a:off x="127000" y="12700"/>
                <a:ext cx="558800" cy="36830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grpSp>
          <p:nvGrpSpPr>
            <p:cNvPr name="Group 38" id="38"/>
            <p:cNvGrpSpPr/>
            <p:nvPr/>
          </p:nvGrpSpPr>
          <p:grpSpPr>
            <a:xfrm rot="-10800000">
              <a:off x="0" y="3821268"/>
              <a:ext cx="5776235" cy="1261779"/>
              <a:chOff x="0" y="0"/>
              <a:chExt cx="1140985" cy="249240"/>
            </a:xfrm>
          </p:grpSpPr>
          <p:sp>
            <p:nvSpPr>
              <p:cNvPr name="Freeform 39" id="39"/>
              <p:cNvSpPr/>
              <p:nvPr/>
            </p:nvSpPr>
            <p:spPr>
              <a:xfrm flipH="false" flipV="false" rot="0">
                <a:off x="0" y="0"/>
                <a:ext cx="1140985" cy="249240"/>
              </a:xfrm>
              <a:custGeom>
                <a:avLst/>
                <a:gdLst/>
                <a:ahLst/>
                <a:cxnLst/>
                <a:rect r="r" b="b" t="t" l="l"/>
                <a:pathLst>
                  <a:path h="249240" w="1140985">
                    <a:moveTo>
                      <a:pt x="203200" y="0"/>
                    </a:moveTo>
                    <a:lnTo>
                      <a:pt x="1140985" y="0"/>
                    </a:lnTo>
                    <a:lnTo>
                      <a:pt x="937785" y="249240"/>
                    </a:lnTo>
                    <a:lnTo>
                      <a:pt x="0" y="249240"/>
                    </a:lnTo>
                    <a:lnTo>
                      <a:pt x="203200" y="0"/>
                    </a:lnTo>
                    <a:close/>
                  </a:path>
                </a:pathLst>
              </a:custGeom>
              <a:solidFill>
                <a:srgbClr val="88A5C4"/>
              </a:solidFill>
            </p:spPr>
          </p:sp>
          <p:sp>
            <p:nvSpPr>
              <p:cNvPr name="TextBox 40" id="40"/>
              <p:cNvSpPr txBox="true"/>
              <p:nvPr/>
            </p:nvSpPr>
            <p:spPr>
              <a:xfrm>
                <a:off x="101600" y="-38100"/>
                <a:ext cx="937785" cy="28734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grpSp>
          <p:nvGrpSpPr>
            <p:cNvPr name="Group 41" id="41"/>
            <p:cNvGrpSpPr/>
            <p:nvPr/>
          </p:nvGrpSpPr>
          <p:grpSpPr>
            <a:xfrm rot="-10800000">
              <a:off x="3094536" y="2203713"/>
              <a:ext cx="1551081" cy="1357196"/>
              <a:chOff x="0" y="0"/>
              <a:chExt cx="812800" cy="711200"/>
            </a:xfrm>
          </p:grpSpPr>
          <p:sp>
            <p:nvSpPr>
              <p:cNvPr name="Freeform 42" id="42"/>
              <p:cNvSpPr/>
              <p:nvPr/>
            </p:nvSpPr>
            <p:spPr>
              <a:xfrm flipH="false" flipV="false" rot="0">
                <a:off x="0" y="0"/>
                <a:ext cx="812800" cy="711200"/>
              </a:xfrm>
              <a:custGeom>
                <a:avLst/>
                <a:gdLst/>
                <a:ahLst/>
                <a:cxnLst/>
                <a:rect r="r" b="b" t="t" l="l"/>
                <a:pathLst>
                  <a:path h="711200" w="812800">
                    <a:moveTo>
                      <a:pt x="406400" y="711200"/>
                    </a:moveTo>
                    <a:lnTo>
                      <a:pt x="812800" y="0"/>
                    </a:lnTo>
                    <a:lnTo>
                      <a:pt x="0" y="0"/>
                    </a:lnTo>
                    <a:lnTo>
                      <a:pt x="406400" y="711200"/>
                    </a:lnTo>
                    <a:close/>
                  </a:path>
                </a:pathLst>
              </a:custGeom>
              <a:solidFill>
                <a:srgbClr val="A5B4C7"/>
              </a:solidFill>
            </p:spPr>
          </p:sp>
          <p:sp>
            <p:nvSpPr>
              <p:cNvPr name="TextBox 43" id="43"/>
              <p:cNvSpPr txBox="true"/>
              <p:nvPr/>
            </p:nvSpPr>
            <p:spPr>
              <a:xfrm>
                <a:off x="127000" y="12700"/>
                <a:ext cx="558800" cy="36830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</p:grpSp>
      <p:grpSp>
        <p:nvGrpSpPr>
          <p:cNvPr name="Group 44" id="44"/>
          <p:cNvGrpSpPr/>
          <p:nvPr/>
        </p:nvGrpSpPr>
        <p:grpSpPr>
          <a:xfrm rot="-10800000">
            <a:off x="-2304700" y="-378866"/>
            <a:ext cx="6666800" cy="4085592"/>
            <a:chOff x="0" y="0"/>
            <a:chExt cx="8889067" cy="5447455"/>
          </a:xfrm>
        </p:grpSpPr>
        <p:grpSp>
          <p:nvGrpSpPr>
            <p:cNvPr name="Group 45" id="45"/>
            <p:cNvGrpSpPr/>
            <p:nvPr/>
          </p:nvGrpSpPr>
          <p:grpSpPr>
            <a:xfrm rot="-10800000">
              <a:off x="2663403" y="0"/>
              <a:ext cx="6225663" cy="5447455"/>
              <a:chOff x="0" y="0"/>
              <a:chExt cx="812800" cy="711200"/>
            </a:xfrm>
          </p:grpSpPr>
          <p:sp>
            <p:nvSpPr>
              <p:cNvPr name="Freeform 46" id="46"/>
              <p:cNvSpPr/>
              <p:nvPr/>
            </p:nvSpPr>
            <p:spPr>
              <a:xfrm flipH="false" flipV="false" rot="0">
                <a:off x="0" y="0"/>
                <a:ext cx="812800" cy="711200"/>
              </a:xfrm>
              <a:custGeom>
                <a:avLst/>
                <a:gdLst/>
                <a:ahLst/>
                <a:cxnLst/>
                <a:rect r="r" b="b" t="t" l="l"/>
                <a:pathLst>
                  <a:path h="711200" w="812800">
                    <a:moveTo>
                      <a:pt x="406400" y="711200"/>
                    </a:moveTo>
                    <a:lnTo>
                      <a:pt x="812800" y="0"/>
                    </a:lnTo>
                    <a:lnTo>
                      <a:pt x="0" y="0"/>
                    </a:lnTo>
                    <a:lnTo>
                      <a:pt x="406400" y="711200"/>
                    </a:lnTo>
                    <a:close/>
                  </a:path>
                </a:pathLst>
              </a:custGeom>
              <a:solidFill>
                <a:srgbClr val="6B7A8C"/>
              </a:solidFill>
            </p:spPr>
          </p:sp>
          <p:sp>
            <p:nvSpPr>
              <p:cNvPr name="TextBox 47" id="47"/>
              <p:cNvSpPr txBox="true"/>
              <p:nvPr/>
            </p:nvSpPr>
            <p:spPr>
              <a:xfrm>
                <a:off x="127000" y="12700"/>
                <a:ext cx="558800" cy="36830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grpSp>
          <p:nvGrpSpPr>
            <p:cNvPr name="Group 48" id="48"/>
            <p:cNvGrpSpPr/>
            <p:nvPr/>
          </p:nvGrpSpPr>
          <p:grpSpPr>
            <a:xfrm rot="-10800000">
              <a:off x="0" y="3821268"/>
              <a:ext cx="5776235" cy="1261779"/>
              <a:chOff x="0" y="0"/>
              <a:chExt cx="1140985" cy="249240"/>
            </a:xfrm>
          </p:grpSpPr>
          <p:sp>
            <p:nvSpPr>
              <p:cNvPr name="Freeform 49" id="49"/>
              <p:cNvSpPr/>
              <p:nvPr/>
            </p:nvSpPr>
            <p:spPr>
              <a:xfrm flipH="false" flipV="false" rot="0">
                <a:off x="0" y="0"/>
                <a:ext cx="1140985" cy="249240"/>
              </a:xfrm>
              <a:custGeom>
                <a:avLst/>
                <a:gdLst/>
                <a:ahLst/>
                <a:cxnLst/>
                <a:rect r="r" b="b" t="t" l="l"/>
                <a:pathLst>
                  <a:path h="249240" w="1140985">
                    <a:moveTo>
                      <a:pt x="203200" y="0"/>
                    </a:moveTo>
                    <a:lnTo>
                      <a:pt x="1140985" y="0"/>
                    </a:lnTo>
                    <a:lnTo>
                      <a:pt x="937785" y="249240"/>
                    </a:lnTo>
                    <a:lnTo>
                      <a:pt x="0" y="249240"/>
                    </a:lnTo>
                    <a:lnTo>
                      <a:pt x="203200" y="0"/>
                    </a:lnTo>
                    <a:close/>
                  </a:path>
                </a:pathLst>
              </a:custGeom>
              <a:solidFill>
                <a:srgbClr val="88A5C4"/>
              </a:solidFill>
            </p:spPr>
          </p:sp>
          <p:sp>
            <p:nvSpPr>
              <p:cNvPr name="TextBox 50" id="50"/>
              <p:cNvSpPr txBox="true"/>
              <p:nvPr/>
            </p:nvSpPr>
            <p:spPr>
              <a:xfrm>
                <a:off x="101600" y="-38100"/>
                <a:ext cx="937785" cy="28734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grpSp>
          <p:nvGrpSpPr>
            <p:cNvPr name="Group 51" id="51"/>
            <p:cNvGrpSpPr/>
            <p:nvPr/>
          </p:nvGrpSpPr>
          <p:grpSpPr>
            <a:xfrm rot="-10800000">
              <a:off x="3094536" y="2203713"/>
              <a:ext cx="1551081" cy="1357196"/>
              <a:chOff x="0" y="0"/>
              <a:chExt cx="812800" cy="711200"/>
            </a:xfrm>
          </p:grpSpPr>
          <p:sp>
            <p:nvSpPr>
              <p:cNvPr name="Freeform 52" id="52"/>
              <p:cNvSpPr/>
              <p:nvPr/>
            </p:nvSpPr>
            <p:spPr>
              <a:xfrm flipH="false" flipV="false" rot="0">
                <a:off x="0" y="0"/>
                <a:ext cx="812800" cy="711200"/>
              </a:xfrm>
              <a:custGeom>
                <a:avLst/>
                <a:gdLst/>
                <a:ahLst/>
                <a:cxnLst/>
                <a:rect r="r" b="b" t="t" l="l"/>
                <a:pathLst>
                  <a:path h="711200" w="812800">
                    <a:moveTo>
                      <a:pt x="406400" y="711200"/>
                    </a:moveTo>
                    <a:lnTo>
                      <a:pt x="812800" y="0"/>
                    </a:lnTo>
                    <a:lnTo>
                      <a:pt x="0" y="0"/>
                    </a:lnTo>
                    <a:lnTo>
                      <a:pt x="406400" y="711200"/>
                    </a:lnTo>
                    <a:close/>
                  </a:path>
                </a:pathLst>
              </a:custGeom>
              <a:solidFill>
                <a:srgbClr val="A5B4C7"/>
              </a:solidFill>
            </p:spPr>
          </p:sp>
          <p:sp>
            <p:nvSpPr>
              <p:cNvPr name="TextBox 53" id="53"/>
              <p:cNvSpPr txBox="true"/>
              <p:nvPr/>
            </p:nvSpPr>
            <p:spPr>
              <a:xfrm>
                <a:off x="127000" y="12700"/>
                <a:ext cx="558800" cy="36830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</p:grpSp>
      <p:graphicFrame>
        <p:nvGraphicFramePr>
          <p:cNvPr name="Table 54" id="54"/>
          <p:cNvGraphicFramePr>
            <a:graphicFrameLocks noGrp="true"/>
          </p:cNvGraphicFramePr>
          <p:nvPr/>
        </p:nvGraphicFramePr>
        <p:xfrm>
          <a:off x="4909288" y="3267839"/>
          <a:ext cx="8469424" cy="5362575"/>
        </p:xfrm>
        <a:graphic>
          <a:graphicData uri="http://schemas.openxmlformats.org/drawingml/2006/table">
            <a:tbl>
              <a:tblPr/>
              <a:tblGrid>
                <a:gridCol w="3886798"/>
                <a:gridCol w="4582625"/>
              </a:tblGrid>
              <a:tr h="1141586"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659"/>
                        </a:lnSpc>
                        <a:defRPr/>
                      </a:pPr>
                      <a:r>
                        <a:rPr lang="en-US" sz="1899" b="true">
                          <a:solidFill>
                            <a:srgbClr val="000000"/>
                          </a:solidFill>
                          <a:latin typeface="Muli Bold"/>
                          <a:ea typeface="Muli Bold"/>
                          <a:cs typeface="Muli Bold"/>
                          <a:sym typeface="Muli Bold"/>
                        </a:rPr>
                        <a:t>AI and Deep Learning</a:t>
                      </a:r>
                      <a:endParaRPr lang="en-US" sz="1100"/>
                    </a:p>
                    <a:p>
                      <a:pPr algn="ctr">
                        <a:lnSpc>
                          <a:spcPts val="2659"/>
                        </a:lnSpc>
                      </a:pPr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659"/>
                        </a:lnSpc>
                        <a:defRPr/>
                      </a:pPr>
                      <a:r>
                        <a:rPr lang="en-US" sz="1899" b="true">
                          <a:solidFill>
                            <a:srgbClr val="000000"/>
                          </a:solidFill>
                          <a:latin typeface="Muli Bold"/>
                          <a:ea typeface="Muli Bold"/>
                          <a:cs typeface="Muli Bold"/>
                          <a:sym typeface="Muli Bold"/>
                        </a:rPr>
                        <a:t>AI and Deep Learning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026468"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659"/>
                        </a:lnSpc>
                        <a:defRPr/>
                      </a:pPr>
                      <a:r>
                        <a:rPr lang="en-US" sz="1899">
                          <a:solidFill>
                            <a:srgbClr val="000000"/>
                          </a:solidFill>
                          <a:latin typeface="Muli"/>
                          <a:ea typeface="Muli"/>
                          <a:cs typeface="Muli"/>
                          <a:sym typeface="Muli"/>
                        </a:rPr>
                        <a:t>Frontend Development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659"/>
                        </a:lnSpc>
                        <a:defRPr/>
                      </a:pPr>
                      <a:r>
                        <a:rPr lang="en-US" sz="1899">
                          <a:solidFill>
                            <a:srgbClr val="000000"/>
                          </a:solidFill>
                          <a:latin typeface="Muli"/>
                          <a:ea typeface="Muli"/>
                          <a:cs typeface="Muli"/>
                          <a:sym typeface="Muli"/>
                        </a:rPr>
                        <a:t>React.js,Tailwind CSS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026468"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659"/>
                        </a:lnSpc>
                        <a:defRPr/>
                      </a:pPr>
                      <a:r>
                        <a:rPr lang="en-US" sz="1899">
                          <a:solidFill>
                            <a:srgbClr val="000000"/>
                          </a:solidFill>
                          <a:latin typeface="Muli"/>
                          <a:ea typeface="Muli"/>
                          <a:cs typeface="Muli"/>
                          <a:sym typeface="Muli"/>
                        </a:rPr>
                        <a:t>Backend Development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659"/>
                        </a:lnSpc>
                        <a:defRPr/>
                      </a:pPr>
                      <a:r>
                        <a:rPr lang="en-US" sz="1899">
                          <a:solidFill>
                            <a:srgbClr val="000000"/>
                          </a:solidFill>
                          <a:latin typeface="Muli"/>
                          <a:ea typeface="Muli"/>
                          <a:cs typeface="Muli"/>
                          <a:sym typeface="Muli"/>
                        </a:rPr>
                        <a:t>Python, FastAPI, REST APIs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026468"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659"/>
                        </a:lnSpc>
                        <a:defRPr/>
                      </a:pPr>
                      <a:r>
                        <a:rPr lang="en-US" sz="1899">
                          <a:solidFill>
                            <a:srgbClr val="000000"/>
                          </a:solidFill>
                          <a:latin typeface="Muli"/>
                          <a:ea typeface="Muli"/>
                          <a:cs typeface="Muli"/>
                          <a:sym typeface="Muli"/>
                        </a:rPr>
                        <a:t>Database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659"/>
                        </a:lnSpc>
                        <a:defRPr/>
                      </a:pPr>
                      <a:r>
                        <a:rPr lang="en-US" sz="1899">
                          <a:solidFill>
                            <a:srgbClr val="000000"/>
                          </a:solidFill>
                          <a:latin typeface="Muli"/>
                          <a:ea typeface="Muli"/>
                          <a:cs typeface="Muli"/>
                          <a:sym typeface="Muli"/>
                        </a:rPr>
                        <a:t>PostgreSQL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41586"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659"/>
                        </a:lnSpc>
                        <a:defRPr/>
                      </a:pPr>
                      <a:r>
                        <a:rPr lang="en-US" sz="1899">
                          <a:solidFill>
                            <a:srgbClr val="000000"/>
                          </a:solidFill>
                          <a:latin typeface="Muli"/>
                          <a:ea typeface="Muli"/>
                          <a:cs typeface="Muli"/>
                          <a:sym typeface="Muli"/>
                        </a:rPr>
                        <a:t>Development &amp; Testing</a:t>
                      </a:r>
                      <a:endParaRPr lang="en-US" sz="1100"/>
                    </a:p>
                    <a:p>
                      <a:pPr algn="ctr">
                        <a:lnSpc>
                          <a:spcPts val="2659"/>
                        </a:lnSpc>
                      </a:pPr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659"/>
                        </a:lnSpc>
                        <a:defRPr/>
                      </a:pPr>
                      <a:r>
                        <a:rPr lang="en-US" sz="1899">
                          <a:solidFill>
                            <a:srgbClr val="000000"/>
                          </a:solidFill>
                          <a:latin typeface="Muli"/>
                          <a:ea typeface="Muli"/>
                          <a:cs typeface="Muli"/>
                          <a:sym typeface="Muli"/>
                        </a:rPr>
                        <a:t>Git, GitHub, Postman, </a:t>
                      </a:r>
                      <a:endParaRPr lang="en-US" sz="1100"/>
                    </a:p>
                    <a:p>
                      <a:pPr algn="ctr">
                        <a:lnSpc>
                          <a:spcPts val="2659"/>
                        </a:lnSpc>
                      </a:pPr>
                      <a:r>
                        <a:rPr lang="en-US" sz="1899">
                          <a:solidFill>
                            <a:srgbClr val="000000"/>
                          </a:solidFill>
                          <a:latin typeface="Muli"/>
                          <a:ea typeface="Muli"/>
                          <a:cs typeface="Muli"/>
                          <a:sym typeface="Muli"/>
                        </a:rPr>
                        <a:t>VS Code, Jupyter Notebook, </a:t>
                      </a:r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name="TextBox 55" id="55"/>
          <p:cNvSpPr txBox="true"/>
          <p:nvPr/>
        </p:nvSpPr>
        <p:spPr>
          <a:xfrm rot="0">
            <a:off x="2082584" y="990835"/>
            <a:ext cx="14122832" cy="12033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9800"/>
              </a:lnSpc>
            </a:pPr>
            <a:r>
              <a:rPr lang="en-US" b="true" sz="7000">
                <a:solidFill>
                  <a:srgbClr val="3E526A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TOOLS &amp; TECHNOLOGIES</a:t>
            </a:r>
          </a:p>
        </p:txBody>
      </p:sp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gradFill rotWithShape="true">
          <a:gsLst>
            <a:gs pos="0">
              <a:srgbClr val="FBFBFB">
                <a:alpha val="100000"/>
              </a:srgbClr>
            </a:gs>
            <a:gs pos="33333">
              <a:srgbClr val="F1F1F1">
                <a:alpha val="66500"/>
              </a:srgbClr>
            </a:gs>
            <a:gs pos="66667">
              <a:srgbClr val="E9E9E9">
                <a:alpha val="67000"/>
              </a:srgbClr>
            </a:gs>
            <a:gs pos="100000">
              <a:srgbClr val="E0E1E3">
                <a:alpha val="25000"/>
              </a:srgbClr>
            </a:gs>
          </a:gsLst>
          <a:lin ang="540000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-1039392">
            <a:off x="-5599131" y="-3928144"/>
            <a:ext cx="29486263" cy="18143288"/>
            <a:chOff x="0" y="0"/>
            <a:chExt cx="39315017" cy="24191051"/>
          </a:xfrm>
        </p:grpSpPr>
        <p:sp>
          <p:nvSpPr>
            <p:cNvPr name="Freeform 3" id="3"/>
            <p:cNvSpPr/>
            <p:nvPr/>
          </p:nvSpPr>
          <p:spPr>
            <a:xfrm flipH="false" flipV="true" rot="0">
              <a:off x="10693806" y="890869"/>
              <a:ext cx="13700313" cy="12738888"/>
            </a:xfrm>
            <a:custGeom>
              <a:avLst/>
              <a:gdLst/>
              <a:ahLst/>
              <a:cxnLst/>
              <a:rect r="r" b="b" t="t" l="l"/>
              <a:pathLst>
                <a:path h="12738888" w="13700313">
                  <a:moveTo>
                    <a:pt x="0" y="12738888"/>
                  </a:moveTo>
                  <a:lnTo>
                    <a:pt x="13700313" y="12738888"/>
                  </a:lnTo>
                  <a:lnTo>
                    <a:pt x="13700313" y="0"/>
                  </a:lnTo>
                  <a:lnTo>
                    <a:pt x="0" y="0"/>
                  </a:lnTo>
                  <a:lnTo>
                    <a:pt x="0" y="12738888"/>
                  </a:lnTo>
                  <a:close/>
                </a:path>
              </a:pathLst>
            </a:custGeom>
            <a:blipFill>
              <a:blip r:embed="rId2">
                <a:alphaModFix amt="10999"/>
              </a:blip>
              <a:stretch>
                <a:fillRect l="0" t="0" r="0" b="0"/>
              </a:stretch>
            </a:blipFill>
          </p:spPr>
        </p:sp>
        <p:sp>
          <p:nvSpPr>
            <p:cNvPr name="Freeform 4" id="4"/>
            <p:cNvSpPr/>
            <p:nvPr/>
          </p:nvSpPr>
          <p:spPr>
            <a:xfrm flipH="false" flipV="true" rot="0">
              <a:off x="21387611" y="0"/>
              <a:ext cx="13700313" cy="12738888"/>
            </a:xfrm>
            <a:custGeom>
              <a:avLst/>
              <a:gdLst/>
              <a:ahLst/>
              <a:cxnLst/>
              <a:rect r="r" b="b" t="t" l="l"/>
              <a:pathLst>
                <a:path h="12738888" w="13700313">
                  <a:moveTo>
                    <a:pt x="0" y="12738888"/>
                  </a:moveTo>
                  <a:lnTo>
                    <a:pt x="13700314" y="12738888"/>
                  </a:lnTo>
                  <a:lnTo>
                    <a:pt x="13700314" y="0"/>
                  </a:lnTo>
                  <a:lnTo>
                    <a:pt x="0" y="0"/>
                  </a:lnTo>
                  <a:lnTo>
                    <a:pt x="0" y="12738888"/>
                  </a:lnTo>
                  <a:close/>
                </a:path>
              </a:pathLst>
            </a:custGeom>
            <a:blipFill>
              <a:blip r:embed="rId2">
                <a:alphaModFix amt="10999"/>
              </a:blip>
              <a:stretch>
                <a:fillRect l="0" t="0" r="0" b="0"/>
              </a:stretch>
            </a:blipFill>
          </p:spPr>
        </p:sp>
        <p:sp>
          <p:nvSpPr>
            <p:cNvPr name="Freeform 5" id="5"/>
            <p:cNvSpPr/>
            <p:nvPr/>
          </p:nvSpPr>
          <p:spPr>
            <a:xfrm flipH="true" flipV="false" rot="0">
              <a:off x="25614703" y="9670425"/>
              <a:ext cx="13700313" cy="12738888"/>
            </a:xfrm>
            <a:custGeom>
              <a:avLst/>
              <a:gdLst/>
              <a:ahLst/>
              <a:cxnLst/>
              <a:rect r="r" b="b" t="t" l="l"/>
              <a:pathLst>
                <a:path h="12738888" w="13700313">
                  <a:moveTo>
                    <a:pt x="13700314" y="0"/>
                  </a:moveTo>
                  <a:lnTo>
                    <a:pt x="0" y="0"/>
                  </a:lnTo>
                  <a:lnTo>
                    <a:pt x="0" y="12738888"/>
                  </a:lnTo>
                  <a:lnTo>
                    <a:pt x="13700314" y="12738888"/>
                  </a:lnTo>
                  <a:lnTo>
                    <a:pt x="13700314" y="0"/>
                  </a:lnTo>
                  <a:close/>
                </a:path>
              </a:pathLst>
            </a:custGeom>
            <a:blipFill>
              <a:blip r:embed="rId2">
                <a:alphaModFix amt="10999"/>
              </a:blip>
              <a:stretch>
                <a:fillRect l="0" t="0" r="0" b="0"/>
              </a:stretch>
            </a:blipFill>
          </p:spPr>
        </p:sp>
        <p:sp>
          <p:nvSpPr>
            <p:cNvPr name="Freeform 6" id="6"/>
            <p:cNvSpPr/>
            <p:nvPr/>
          </p:nvSpPr>
          <p:spPr>
            <a:xfrm flipH="true" flipV="false" rot="0">
              <a:off x="14920898" y="10561294"/>
              <a:ext cx="13700313" cy="12738888"/>
            </a:xfrm>
            <a:custGeom>
              <a:avLst/>
              <a:gdLst/>
              <a:ahLst/>
              <a:cxnLst/>
              <a:rect r="r" b="b" t="t" l="l"/>
              <a:pathLst>
                <a:path h="12738888" w="13700313">
                  <a:moveTo>
                    <a:pt x="13700313" y="0"/>
                  </a:moveTo>
                  <a:lnTo>
                    <a:pt x="0" y="0"/>
                  </a:lnTo>
                  <a:lnTo>
                    <a:pt x="0" y="12738888"/>
                  </a:lnTo>
                  <a:lnTo>
                    <a:pt x="13700313" y="12738888"/>
                  </a:lnTo>
                  <a:lnTo>
                    <a:pt x="13700313" y="0"/>
                  </a:lnTo>
                  <a:close/>
                </a:path>
              </a:pathLst>
            </a:custGeom>
            <a:blipFill>
              <a:blip r:embed="rId2">
                <a:alphaModFix amt="10999"/>
              </a:blip>
              <a:stretch>
                <a:fillRect l="0" t="0" r="0" b="0"/>
              </a:stretch>
            </a:blipFill>
          </p:spPr>
        </p:sp>
        <p:sp>
          <p:nvSpPr>
            <p:cNvPr name="Freeform 7" id="7"/>
            <p:cNvSpPr/>
            <p:nvPr/>
          </p:nvSpPr>
          <p:spPr>
            <a:xfrm flipH="false" flipV="true" rot="0">
              <a:off x="0" y="1781739"/>
              <a:ext cx="13700313" cy="12738888"/>
            </a:xfrm>
            <a:custGeom>
              <a:avLst/>
              <a:gdLst/>
              <a:ahLst/>
              <a:cxnLst/>
              <a:rect r="r" b="b" t="t" l="l"/>
              <a:pathLst>
                <a:path h="12738888" w="13700313">
                  <a:moveTo>
                    <a:pt x="0" y="12738888"/>
                  </a:moveTo>
                  <a:lnTo>
                    <a:pt x="13700313" y="12738888"/>
                  </a:lnTo>
                  <a:lnTo>
                    <a:pt x="13700313" y="0"/>
                  </a:lnTo>
                  <a:lnTo>
                    <a:pt x="0" y="0"/>
                  </a:lnTo>
                  <a:lnTo>
                    <a:pt x="0" y="12738888"/>
                  </a:lnTo>
                  <a:close/>
                </a:path>
              </a:pathLst>
            </a:custGeom>
            <a:blipFill>
              <a:blip r:embed="rId2">
                <a:alphaModFix amt="10999"/>
              </a:blip>
              <a:stretch>
                <a:fillRect l="0" t="0" r="0" b="0"/>
              </a:stretch>
            </a:blipFill>
          </p:spPr>
        </p:sp>
        <p:sp>
          <p:nvSpPr>
            <p:cNvPr name="Freeform 8" id="8"/>
            <p:cNvSpPr/>
            <p:nvPr/>
          </p:nvSpPr>
          <p:spPr>
            <a:xfrm flipH="true" flipV="false" rot="0">
              <a:off x="4227092" y="11452163"/>
              <a:ext cx="13700313" cy="12738888"/>
            </a:xfrm>
            <a:custGeom>
              <a:avLst/>
              <a:gdLst/>
              <a:ahLst/>
              <a:cxnLst/>
              <a:rect r="r" b="b" t="t" l="l"/>
              <a:pathLst>
                <a:path h="12738888" w="13700313">
                  <a:moveTo>
                    <a:pt x="13700313" y="0"/>
                  </a:moveTo>
                  <a:lnTo>
                    <a:pt x="0" y="0"/>
                  </a:lnTo>
                  <a:lnTo>
                    <a:pt x="0" y="12738888"/>
                  </a:lnTo>
                  <a:lnTo>
                    <a:pt x="13700313" y="12738888"/>
                  </a:lnTo>
                  <a:lnTo>
                    <a:pt x="13700313" y="0"/>
                  </a:lnTo>
                  <a:close/>
                </a:path>
              </a:pathLst>
            </a:custGeom>
            <a:blipFill>
              <a:blip r:embed="rId2">
                <a:alphaModFix amt="10999"/>
              </a:blip>
              <a:stretch>
                <a:fillRect l="0" t="0" r="0" b="0"/>
              </a:stretch>
            </a:blipFill>
          </p:spPr>
        </p:sp>
      </p:grpSp>
      <p:grpSp>
        <p:nvGrpSpPr>
          <p:cNvPr name="Group 9" id="9"/>
          <p:cNvGrpSpPr/>
          <p:nvPr/>
        </p:nvGrpSpPr>
        <p:grpSpPr>
          <a:xfrm rot="0">
            <a:off x="328767" y="360263"/>
            <a:ext cx="17630466" cy="9566473"/>
            <a:chOff x="0" y="0"/>
            <a:chExt cx="23507288" cy="12755298"/>
          </a:xfrm>
        </p:grpSpPr>
        <p:grpSp>
          <p:nvGrpSpPr>
            <p:cNvPr name="Group 10" id="10"/>
            <p:cNvGrpSpPr/>
            <p:nvPr/>
          </p:nvGrpSpPr>
          <p:grpSpPr>
            <a:xfrm rot="0">
              <a:off x="0" y="7832412"/>
              <a:ext cx="63500" cy="4922886"/>
              <a:chOff x="0" y="0"/>
              <a:chExt cx="12543" cy="972422"/>
            </a:xfrm>
          </p:grpSpPr>
          <p:sp>
            <p:nvSpPr>
              <p:cNvPr name="Freeform 11" id="11"/>
              <p:cNvSpPr/>
              <p:nvPr/>
            </p:nvSpPr>
            <p:spPr>
              <a:xfrm flipH="false" flipV="false" rot="0">
                <a:off x="0" y="0"/>
                <a:ext cx="12543" cy="972422"/>
              </a:xfrm>
              <a:custGeom>
                <a:avLst/>
                <a:gdLst/>
                <a:ahLst/>
                <a:cxnLst/>
                <a:rect r="r" b="b" t="t" l="l"/>
                <a:pathLst>
                  <a:path h="972422" w="12543">
                    <a:moveTo>
                      <a:pt x="0" y="0"/>
                    </a:moveTo>
                    <a:lnTo>
                      <a:pt x="12543" y="0"/>
                    </a:lnTo>
                    <a:lnTo>
                      <a:pt x="12543" y="972422"/>
                    </a:lnTo>
                    <a:lnTo>
                      <a:pt x="0" y="972422"/>
                    </a:lnTo>
                    <a:close/>
                  </a:path>
                </a:pathLst>
              </a:custGeom>
              <a:solidFill>
                <a:srgbClr val="17415F"/>
              </a:solidFill>
            </p:spPr>
          </p:sp>
          <p:sp>
            <p:nvSpPr>
              <p:cNvPr name="TextBox 12" id="12"/>
              <p:cNvSpPr txBox="true"/>
              <p:nvPr/>
            </p:nvSpPr>
            <p:spPr>
              <a:xfrm>
                <a:off x="0" y="-38100"/>
                <a:ext cx="12543" cy="1010522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grpSp>
          <p:nvGrpSpPr>
            <p:cNvPr name="Group 13" id="13"/>
            <p:cNvGrpSpPr/>
            <p:nvPr/>
          </p:nvGrpSpPr>
          <p:grpSpPr>
            <a:xfrm rot="-5400000">
              <a:off x="6920832" y="5834466"/>
              <a:ext cx="63500" cy="13778164"/>
              <a:chOff x="0" y="0"/>
              <a:chExt cx="12543" cy="2721613"/>
            </a:xfrm>
          </p:grpSpPr>
          <p:sp>
            <p:nvSpPr>
              <p:cNvPr name="Freeform 14" id="14"/>
              <p:cNvSpPr/>
              <p:nvPr/>
            </p:nvSpPr>
            <p:spPr>
              <a:xfrm flipH="false" flipV="false" rot="0">
                <a:off x="0" y="0"/>
                <a:ext cx="12543" cy="2721613"/>
              </a:xfrm>
              <a:custGeom>
                <a:avLst/>
                <a:gdLst/>
                <a:ahLst/>
                <a:cxnLst/>
                <a:rect r="r" b="b" t="t" l="l"/>
                <a:pathLst>
                  <a:path h="2721613" w="12543">
                    <a:moveTo>
                      <a:pt x="0" y="0"/>
                    </a:moveTo>
                    <a:lnTo>
                      <a:pt x="12543" y="0"/>
                    </a:lnTo>
                    <a:lnTo>
                      <a:pt x="12543" y="2721613"/>
                    </a:lnTo>
                    <a:lnTo>
                      <a:pt x="0" y="2721613"/>
                    </a:lnTo>
                    <a:close/>
                  </a:path>
                </a:pathLst>
              </a:custGeom>
              <a:solidFill>
                <a:srgbClr val="17415F"/>
              </a:solidFill>
            </p:spPr>
          </p:sp>
          <p:sp>
            <p:nvSpPr>
              <p:cNvPr name="TextBox 15" id="15"/>
              <p:cNvSpPr txBox="true"/>
              <p:nvPr/>
            </p:nvSpPr>
            <p:spPr>
              <a:xfrm>
                <a:off x="0" y="-38100"/>
                <a:ext cx="12543" cy="2759713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grpSp>
          <p:nvGrpSpPr>
            <p:cNvPr name="Group 16" id="16"/>
            <p:cNvGrpSpPr/>
            <p:nvPr/>
          </p:nvGrpSpPr>
          <p:grpSpPr>
            <a:xfrm rot="-10800000">
              <a:off x="23443788" y="0"/>
              <a:ext cx="63500" cy="4922886"/>
              <a:chOff x="0" y="0"/>
              <a:chExt cx="12543" cy="972422"/>
            </a:xfrm>
          </p:grpSpPr>
          <p:sp>
            <p:nvSpPr>
              <p:cNvPr name="Freeform 17" id="17"/>
              <p:cNvSpPr/>
              <p:nvPr/>
            </p:nvSpPr>
            <p:spPr>
              <a:xfrm flipH="false" flipV="false" rot="0">
                <a:off x="0" y="0"/>
                <a:ext cx="12543" cy="972422"/>
              </a:xfrm>
              <a:custGeom>
                <a:avLst/>
                <a:gdLst/>
                <a:ahLst/>
                <a:cxnLst/>
                <a:rect r="r" b="b" t="t" l="l"/>
                <a:pathLst>
                  <a:path h="972422" w="12543">
                    <a:moveTo>
                      <a:pt x="0" y="0"/>
                    </a:moveTo>
                    <a:lnTo>
                      <a:pt x="12543" y="0"/>
                    </a:lnTo>
                    <a:lnTo>
                      <a:pt x="12543" y="972422"/>
                    </a:lnTo>
                    <a:lnTo>
                      <a:pt x="0" y="972422"/>
                    </a:lnTo>
                    <a:close/>
                  </a:path>
                </a:pathLst>
              </a:custGeom>
              <a:solidFill>
                <a:srgbClr val="17415F"/>
              </a:solidFill>
            </p:spPr>
          </p:sp>
          <p:sp>
            <p:nvSpPr>
              <p:cNvPr name="TextBox 18" id="18"/>
              <p:cNvSpPr txBox="true"/>
              <p:nvPr/>
            </p:nvSpPr>
            <p:spPr>
              <a:xfrm>
                <a:off x="0" y="-38100"/>
                <a:ext cx="12543" cy="1010522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grpSp>
          <p:nvGrpSpPr>
            <p:cNvPr name="Group 19" id="19"/>
            <p:cNvGrpSpPr/>
            <p:nvPr/>
          </p:nvGrpSpPr>
          <p:grpSpPr>
            <a:xfrm rot="5400000">
              <a:off x="16522956" y="-6857332"/>
              <a:ext cx="63500" cy="13778164"/>
              <a:chOff x="0" y="0"/>
              <a:chExt cx="12543" cy="2721613"/>
            </a:xfrm>
          </p:grpSpPr>
          <p:sp>
            <p:nvSpPr>
              <p:cNvPr name="Freeform 20" id="20"/>
              <p:cNvSpPr/>
              <p:nvPr/>
            </p:nvSpPr>
            <p:spPr>
              <a:xfrm flipH="false" flipV="false" rot="0">
                <a:off x="0" y="0"/>
                <a:ext cx="12543" cy="2721613"/>
              </a:xfrm>
              <a:custGeom>
                <a:avLst/>
                <a:gdLst/>
                <a:ahLst/>
                <a:cxnLst/>
                <a:rect r="r" b="b" t="t" l="l"/>
                <a:pathLst>
                  <a:path h="2721613" w="12543">
                    <a:moveTo>
                      <a:pt x="0" y="0"/>
                    </a:moveTo>
                    <a:lnTo>
                      <a:pt x="12543" y="0"/>
                    </a:lnTo>
                    <a:lnTo>
                      <a:pt x="12543" y="2721613"/>
                    </a:lnTo>
                    <a:lnTo>
                      <a:pt x="0" y="2721613"/>
                    </a:lnTo>
                    <a:close/>
                  </a:path>
                </a:pathLst>
              </a:custGeom>
              <a:solidFill>
                <a:srgbClr val="17415F"/>
              </a:solidFill>
            </p:spPr>
          </p:sp>
          <p:sp>
            <p:nvSpPr>
              <p:cNvPr name="TextBox 21" id="21"/>
              <p:cNvSpPr txBox="true"/>
              <p:nvPr/>
            </p:nvSpPr>
            <p:spPr>
              <a:xfrm>
                <a:off x="0" y="-38100"/>
                <a:ext cx="12543" cy="2759713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grpSp>
          <p:nvGrpSpPr>
            <p:cNvPr name="Group 22" id="22"/>
            <p:cNvGrpSpPr/>
            <p:nvPr/>
          </p:nvGrpSpPr>
          <p:grpSpPr>
            <a:xfrm rot="-10800000">
              <a:off x="22957231" y="413305"/>
              <a:ext cx="63500" cy="1669468"/>
              <a:chOff x="0" y="0"/>
              <a:chExt cx="12543" cy="329771"/>
            </a:xfrm>
          </p:grpSpPr>
          <p:sp>
            <p:nvSpPr>
              <p:cNvPr name="Freeform 23" id="23"/>
              <p:cNvSpPr/>
              <p:nvPr/>
            </p:nvSpPr>
            <p:spPr>
              <a:xfrm flipH="false" flipV="false" rot="0">
                <a:off x="0" y="0"/>
                <a:ext cx="12543" cy="329771"/>
              </a:xfrm>
              <a:custGeom>
                <a:avLst/>
                <a:gdLst/>
                <a:ahLst/>
                <a:cxnLst/>
                <a:rect r="r" b="b" t="t" l="l"/>
                <a:pathLst>
                  <a:path h="329771" w="12543">
                    <a:moveTo>
                      <a:pt x="0" y="0"/>
                    </a:moveTo>
                    <a:lnTo>
                      <a:pt x="12543" y="0"/>
                    </a:lnTo>
                    <a:lnTo>
                      <a:pt x="12543" y="329771"/>
                    </a:lnTo>
                    <a:lnTo>
                      <a:pt x="0" y="329771"/>
                    </a:lnTo>
                    <a:close/>
                  </a:path>
                </a:pathLst>
              </a:custGeom>
              <a:solidFill>
                <a:srgbClr val="17415F"/>
              </a:solidFill>
            </p:spPr>
          </p:sp>
          <p:sp>
            <p:nvSpPr>
              <p:cNvPr name="TextBox 24" id="24"/>
              <p:cNvSpPr txBox="true"/>
              <p:nvPr/>
            </p:nvSpPr>
            <p:spPr>
              <a:xfrm>
                <a:off x="0" y="-38100"/>
                <a:ext cx="12543" cy="367871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grpSp>
          <p:nvGrpSpPr>
            <p:cNvPr name="Group 25" id="25"/>
            <p:cNvGrpSpPr/>
            <p:nvPr/>
          </p:nvGrpSpPr>
          <p:grpSpPr>
            <a:xfrm rot="5400000">
              <a:off x="20138971" y="-2378926"/>
              <a:ext cx="63500" cy="5647961"/>
              <a:chOff x="0" y="0"/>
              <a:chExt cx="12543" cy="1115647"/>
            </a:xfrm>
          </p:grpSpPr>
          <p:sp>
            <p:nvSpPr>
              <p:cNvPr name="Freeform 26" id="26"/>
              <p:cNvSpPr/>
              <p:nvPr/>
            </p:nvSpPr>
            <p:spPr>
              <a:xfrm flipH="false" flipV="false" rot="0">
                <a:off x="0" y="0"/>
                <a:ext cx="12543" cy="1115647"/>
              </a:xfrm>
              <a:custGeom>
                <a:avLst/>
                <a:gdLst/>
                <a:ahLst/>
                <a:cxnLst/>
                <a:rect r="r" b="b" t="t" l="l"/>
                <a:pathLst>
                  <a:path h="1115647" w="12543">
                    <a:moveTo>
                      <a:pt x="0" y="0"/>
                    </a:moveTo>
                    <a:lnTo>
                      <a:pt x="12543" y="0"/>
                    </a:lnTo>
                    <a:lnTo>
                      <a:pt x="12543" y="1115647"/>
                    </a:lnTo>
                    <a:lnTo>
                      <a:pt x="0" y="1115647"/>
                    </a:lnTo>
                    <a:close/>
                  </a:path>
                </a:pathLst>
              </a:custGeom>
              <a:solidFill>
                <a:srgbClr val="17415F"/>
              </a:solidFill>
            </p:spPr>
          </p:sp>
          <p:sp>
            <p:nvSpPr>
              <p:cNvPr name="TextBox 27" id="27"/>
              <p:cNvSpPr txBox="true"/>
              <p:nvPr/>
            </p:nvSpPr>
            <p:spPr>
              <a:xfrm>
                <a:off x="0" y="-38100"/>
                <a:ext cx="12543" cy="1153747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grpSp>
          <p:nvGrpSpPr>
            <p:cNvPr name="Group 28" id="28"/>
            <p:cNvGrpSpPr/>
            <p:nvPr/>
          </p:nvGrpSpPr>
          <p:grpSpPr>
            <a:xfrm rot="0">
              <a:off x="486556" y="10672525"/>
              <a:ext cx="63500" cy="1669468"/>
              <a:chOff x="0" y="0"/>
              <a:chExt cx="12543" cy="329771"/>
            </a:xfrm>
          </p:grpSpPr>
          <p:sp>
            <p:nvSpPr>
              <p:cNvPr name="Freeform 29" id="29"/>
              <p:cNvSpPr/>
              <p:nvPr/>
            </p:nvSpPr>
            <p:spPr>
              <a:xfrm flipH="false" flipV="false" rot="0">
                <a:off x="0" y="0"/>
                <a:ext cx="12543" cy="329771"/>
              </a:xfrm>
              <a:custGeom>
                <a:avLst/>
                <a:gdLst/>
                <a:ahLst/>
                <a:cxnLst/>
                <a:rect r="r" b="b" t="t" l="l"/>
                <a:pathLst>
                  <a:path h="329771" w="12543">
                    <a:moveTo>
                      <a:pt x="0" y="0"/>
                    </a:moveTo>
                    <a:lnTo>
                      <a:pt x="12543" y="0"/>
                    </a:lnTo>
                    <a:lnTo>
                      <a:pt x="12543" y="329771"/>
                    </a:lnTo>
                    <a:lnTo>
                      <a:pt x="0" y="329771"/>
                    </a:lnTo>
                    <a:close/>
                  </a:path>
                </a:pathLst>
              </a:custGeom>
              <a:solidFill>
                <a:srgbClr val="17415F"/>
              </a:solidFill>
            </p:spPr>
          </p:sp>
          <p:sp>
            <p:nvSpPr>
              <p:cNvPr name="TextBox 30" id="30"/>
              <p:cNvSpPr txBox="true"/>
              <p:nvPr/>
            </p:nvSpPr>
            <p:spPr>
              <a:xfrm>
                <a:off x="0" y="-38100"/>
                <a:ext cx="12543" cy="367871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grpSp>
          <p:nvGrpSpPr>
            <p:cNvPr name="Group 31" id="31"/>
            <p:cNvGrpSpPr/>
            <p:nvPr/>
          </p:nvGrpSpPr>
          <p:grpSpPr>
            <a:xfrm rot="-5400000">
              <a:off x="3304817" y="9486262"/>
              <a:ext cx="63500" cy="5647961"/>
              <a:chOff x="0" y="0"/>
              <a:chExt cx="12543" cy="1115647"/>
            </a:xfrm>
          </p:grpSpPr>
          <p:sp>
            <p:nvSpPr>
              <p:cNvPr name="Freeform 32" id="32"/>
              <p:cNvSpPr/>
              <p:nvPr/>
            </p:nvSpPr>
            <p:spPr>
              <a:xfrm flipH="false" flipV="false" rot="0">
                <a:off x="0" y="0"/>
                <a:ext cx="12543" cy="1115647"/>
              </a:xfrm>
              <a:custGeom>
                <a:avLst/>
                <a:gdLst/>
                <a:ahLst/>
                <a:cxnLst/>
                <a:rect r="r" b="b" t="t" l="l"/>
                <a:pathLst>
                  <a:path h="1115647" w="12543">
                    <a:moveTo>
                      <a:pt x="0" y="0"/>
                    </a:moveTo>
                    <a:lnTo>
                      <a:pt x="12543" y="0"/>
                    </a:lnTo>
                    <a:lnTo>
                      <a:pt x="12543" y="1115647"/>
                    </a:lnTo>
                    <a:lnTo>
                      <a:pt x="0" y="1115647"/>
                    </a:lnTo>
                    <a:close/>
                  </a:path>
                </a:pathLst>
              </a:custGeom>
              <a:solidFill>
                <a:srgbClr val="17415F"/>
              </a:solidFill>
            </p:spPr>
          </p:sp>
          <p:sp>
            <p:nvSpPr>
              <p:cNvPr name="TextBox 33" id="33"/>
              <p:cNvSpPr txBox="true"/>
              <p:nvPr/>
            </p:nvSpPr>
            <p:spPr>
              <a:xfrm>
                <a:off x="0" y="-38100"/>
                <a:ext cx="12543" cy="1153747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</p:grpSp>
      <p:grpSp>
        <p:nvGrpSpPr>
          <p:cNvPr name="Group 34" id="34"/>
          <p:cNvGrpSpPr/>
          <p:nvPr/>
        </p:nvGrpSpPr>
        <p:grpSpPr>
          <a:xfrm rot="0">
            <a:off x="13955824" y="6587618"/>
            <a:ext cx="6666800" cy="4085592"/>
            <a:chOff x="0" y="0"/>
            <a:chExt cx="8889067" cy="5447455"/>
          </a:xfrm>
        </p:grpSpPr>
        <p:grpSp>
          <p:nvGrpSpPr>
            <p:cNvPr name="Group 35" id="35"/>
            <p:cNvGrpSpPr/>
            <p:nvPr/>
          </p:nvGrpSpPr>
          <p:grpSpPr>
            <a:xfrm rot="-10800000">
              <a:off x="2663403" y="0"/>
              <a:ext cx="6225663" cy="5447455"/>
              <a:chOff x="0" y="0"/>
              <a:chExt cx="812800" cy="711200"/>
            </a:xfrm>
          </p:grpSpPr>
          <p:sp>
            <p:nvSpPr>
              <p:cNvPr name="Freeform 36" id="36"/>
              <p:cNvSpPr/>
              <p:nvPr/>
            </p:nvSpPr>
            <p:spPr>
              <a:xfrm flipH="false" flipV="false" rot="0">
                <a:off x="0" y="0"/>
                <a:ext cx="812800" cy="711200"/>
              </a:xfrm>
              <a:custGeom>
                <a:avLst/>
                <a:gdLst/>
                <a:ahLst/>
                <a:cxnLst/>
                <a:rect r="r" b="b" t="t" l="l"/>
                <a:pathLst>
                  <a:path h="711200" w="812800">
                    <a:moveTo>
                      <a:pt x="406400" y="711200"/>
                    </a:moveTo>
                    <a:lnTo>
                      <a:pt x="812800" y="0"/>
                    </a:lnTo>
                    <a:lnTo>
                      <a:pt x="0" y="0"/>
                    </a:lnTo>
                    <a:lnTo>
                      <a:pt x="406400" y="711200"/>
                    </a:lnTo>
                    <a:close/>
                  </a:path>
                </a:pathLst>
              </a:custGeom>
              <a:solidFill>
                <a:srgbClr val="6B7A8C"/>
              </a:solidFill>
            </p:spPr>
          </p:sp>
          <p:sp>
            <p:nvSpPr>
              <p:cNvPr name="TextBox 37" id="37"/>
              <p:cNvSpPr txBox="true"/>
              <p:nvPr/>
            </p:nvSpPr>
            <p:spPr>
              <a:xfrm>
                <a:off x="127000" y="12700"/>
                <a:ext cx="558800" cy="36830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grpSp>
          <p:nvGrpSpPr>
            <p:cNvPr name="Group 38" id="38"/>
            <p:cNvGrpSpPr/>
            <p:nvPr/>
          </p:nvGrpSpPr>
          <p:grpSpPr>
            <a:xfrm rot="-10800000">
              <a:off x="0" y="3821268"/>
              <a:ext cx="5776235" cy="1261779"/>
              <a:chOff x="0" y="0"/>
              <a:chExt cx="1140985" cy="249240"/>
            </a:xfrm>
          </p:grpSpPr>
          <p:sp>
            <p:nvSpPr>
              <p:cNvPr name="Freeform 39" id="39"/>
              <p:cNvSpPr/>
              <p:nvPr/>
            </p:nvSpPr>
            <p:spPr>
              <a:xfrm flipH="false" flipV="false" rot="0">
                <a:off x="0" y="0"/>
                <a:ext cx="1140985" cy="249240"/>
              </a:xfrm>
              <a:custGeom>
                <a:avLst/>
                <a:gdLst/>
                <a:ahLst/>
                <a:cxnLst/>
                <a:rect r="r" b="b" t="t" l="l"/>
                <a:pathLst>
                  <a:path h="249240" w="1140985">
                    <a:moveTo>
                      <a:pt x="203200" y="0"/>
                    </a:moveTo>
                    <a:lnTo>
                      <a:pt x="1140985" y="0"/>
                    </a:lnTo>
                    <a:lnTo>
                      <a:pt x="937785" y="249240"/>
                    </a:lnTo>
                    <a:lnTo>
                      <a:pt x="0" y="249240"/>
                    </a:lnTo>
                    <a:lnTo>
                      <a:pt x="203200" y="0"/>
                    </a:lnTo>
                    <a:close/>
                  </a:path>
                </a:pathLst>
              </a:custGeom>
              <a:solidFill>
                <a:srgbClr val="88A5C4"/>
              </a:solidFill>
            </p:spPr>
          </p:sp>
          <p:sp>
            <p:nvSpPr>
              <p:cNvPr name="TextBox 40" id="40"/>
              <p:cNvSpPr txBox="true"/>
              <p:nvPr/>
            </p:nvSpPr>
            <p:spPr>
              <a:xfrm>
                <a:off x="101600" y="-38100"/>
                <a:ext cx="937785" cy="28734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grpSp>
          <p:nvGrpSpPr>
            <p:cNvPr name="Group 41" id="41"/>
            <p:cNvGrpSpPr/>
            <p:nvPr/>
          </p:nvGrpSpPr>
          <p:grpSpPr>
            <a:xfrm rot="-10800000">
              <a:off x="3094536" y="2203713"/>
              <a:ext cx="1551081" cy="1357196"/>
              <a:chOff x="0" y="0"/>
              <a:chExt cx="812800" cy="711200"/>
            </a:xfrm>
          </p:grpSpPr>
          <p:sp>
            <p:nvSpPr>
              <p:cNvPr name="Freeform 42" id="42"/>
              <p:cNvSpPr/>
              <p:nvPr/>
            </p:nvSpPr>
            <p:spPr>
              <a:xfrm flipH="false" flipV="false" rot="0">
                <a:off x="0" y="0"/>
                <a:ext cx="812800" cy="711200"/>
              </a:xfrm>
              <a:custGeom>
                <a:avLst/>
                <a:gdLst/>
                <a:ahLst/>
                <a:cxnLst/>
                <a:rect r="r" b="b" t="t" l="l"/>
                <a:pathLst>
                  <a:path h="711200" w="812800">
                    <a:moveTo>
                      <a:pt x="406400" y="711200"/>
                    </a:moveTo>
                    <a:lnTo>
                      <a:pt x="812800" y="0"/>
                    </a:lnTo>
                    <a:lnTo>
                      <a:pt x="0" y="0"/>
                    </a:lnTo>
                    <a:lnTo>
                      <a:pt x="406400" y="711200"/>
                    </a:lnTo>
                    <a:close/>
                  </a:path>
                </a:pathLst>
              </a:custGeom>
              <a:solidFill>
                <a:srgbClr val="A5B4C7"/>
              </a:solidFill>
            </p:spPr>
          </p:sp>
          <p:sp>
            <p:nvSpPr>
              <p:cNvPr name="TextBox 43" id="43"/>
              <p:cNvSpPr txBox="true"/>
              <p:nvPr/>
            </p:nvSpPr>
            <p:spPr>
              <a:xfrm>
                <a:off x="127000" y="12700"/>
                <a:ext cx="558800" cy="36830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</p:grpSp>
      <p:grpSp>
        <p:nvGrpSpPr>
          <p:cNvPr name="Group 44" id="44"/>
          <p:cNvGrpSpPr/>
          <p:nvPr/>
        </p:nvGrpSpPr>
        <p:grpSpPr>
          <a:xfrm rot="-10800000">
            <a:off x="-2304700" y="-378866"/>
            <a:ext cx="6666800" cy="4085592"/>
            <a:chOff x="0" y="0"/>
            <a:chExt cx="8889067" cy="5447455"/>
          </a:xfrm>
        </p:grpSpPr>
        <p:grpSp>
          <p:nvGrpSpPr>
            <p:cNvPr name="Group 45" id="45"/>
            <p:cNvGrpSpPr/>
            <p:nvPr/>
          </p:nvGrpSpPr>
          <p:grpSpPr>
            <a:xfrm rot="-10800000">
              <a:off x="2663403" y="0"/>
              <a:ext cx="6225663" cy="5447455"/>
              <a:chOff x="0" y="0"/>
              <a:chExt cx="812800" cy="711200"/>
            </a:xfrm>
          </p:grpSpPr>
          <p:sp>
            <p:nvSpPr>
              <p:cNvPr name="Freeform 46" id="46"/>
              <p:cNvSpPr/>
              <p:nvPr/>
            </p:nvSpPr>
            <p:spPr>
              <a:xfrm flipH="false" flipV="false" rot="0">
                <a:off x="0" y="0"/>
                <a:ext cx="812800" cy="711200"/>
              </a:xfrm>
              <a:custGeom>
                <a:avLst/>
                <a:gdLst/>
                <a:ahLst/>
                <a:cxnLst/>
                <a:rect r="r" b="b" t="t" l="l"/>
                <a:pathLst>
                  <a:path h="711200" w="812800">
                    <a:moveTo>
                      <a:pt x="406400" y="711200"/>
                    </a:moveTo>
                    <a:lnTo>
                      <a:pt x="812800" y="0"/>
                    </a:lnTo>
                    <a:lnTo>
                      <a:pt x="0" y="0"/>
                    </a:lnTo>
                    <a:lnTo>
                      <a:pt x="406400" y="711200"/>
                    </a:lnTo>
                    <a:close/>
                  </a:path>
                </a:pathLst>
              </a:custGeom>
              <a:solidFill>
                <a:srgbClr val="6B7A8C"/>
              </a:solidFill>
            </p:spPr>
          </p:sp>
          <p:sp>
            <p:nvSpPr>
              <p:cNvPr name="TextBox 47" id="47"/>
              <p:cNvSpPr txBox="true"/>
              <p:nvPr/>
            </p:nvSpPr>
            <p:spPr>
              <a:xfrm>
                <a:off x="127000" y="12700"/>
                <a:ext cx="558800" cy="36830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grpSp>
          <p:nvGrpSpPr>
            <p:cNvPr name="Group 48" id="48"/>
            <p:cNvGrpSpPr/>
            <p:nvPr/>
          </p:nvGrpSpPr>
          <p:grpSpPr>
            <a:xfrm rot="-10800000">
              <a:off x="0" y="3821268"/>
              <a:ext cx="5776235" cy="1261779"/>
              <a:chOff x="0" y="0"/>
              <a:chExt cx="1140985" cy="249240"/>
            </a:xfrm>
          </p:grpSpPr>
          <p:sp>
            <p:nvSpPr>
              <p:cNvPr name="Freeform 49" id="49"/>
              <p:cNvSpPr/>
              <p:nvPr/>
            </p:nvSpPr>
            <p:spPr>
              <a:xfrm flipH="false" flipV="false" rot="0">
                <a:off x="0" y="0"/>
                <a:ext cx="1140985" cy="249240"/>
              </a:xfrm>
              <a:custGeom>
                <a:avLst/>
                <a:gdLst/>
                <a:ahLst/>
                <a:cxnLst/>
                <a:rect r="r" b="b" t="t" l="l"/>
                <a:pathLst>
                  <a:path h="249240" w="1140985">
                    <a:moveTo>
                      <a:pt x="203200" y="0"/>
                    </a:moveTo>
                    <a:lnTo>
                      <a:pt x="1140985" y="0"/>
                    </a:lnTo>
                    <a:lnTo>
                      <a:pt x="937785" y="249240"/>
                    </a:lnTo>
                    <a:lnTo>
                      <a:pt x="0" y="249240"/>
                    </a:lnTo>
                    <a:lnTo>
                      <a:pt x="203200" y="0"/>
                    </a:lnTo>
                    <a:close/>
                  </a:path>
                </a:pathLst>
              </a:custGeom>
              <a:solidFill>
                <a:srgbClr val="88A5C4"/>
              </a:solidFill>
            </p:spPr>
          </p:sp>
          <p:sp>
            <p:nvSpPr>
              <p:cNvPr name="TextBox 50" id="50"/>
              <p:cNvSpPr txBox="true"/>
              <p:nvPr/>
            </p:nvSpPr>
            <p:spPr>
              <a:xfrm>
                <a:off x="101600" y="-38100"/>
                <a:ext cx="937785" cy="28734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grpSp>
          <p:nvGrpSpPr>
            <p:cNvPr name="Group 51" id="51"/>
            <p:cNvGrpSpPr/>
            <p:nvPr/>
          </p:nvGrpSpPr>
          <p:grpSpPr>
            <a:xfrm rot="-10800000">
              <a:off x="3094536" y="2203713"/>
              <a:ext cx="1551081" cy="1357196"/>
              <a:chOff x="0" y="0"/>
              <a:chExt cx="812800" cy="711200"/>
            </a:xfrm>
          </p:grpSpPr>
          <p:sp>
            <p:nvSpPr>
              <p:cNvPr name="Freeform 52" id="52"/>
              <p:cNvSpPr/>
              <p:nvPr/>
            </p:nvSpPr>
            <p:spPr>
              <a:xfrm flipH="false" flipV="false" rot="0">
                <a:off x="0" y="0"/>
                <a:ext cx="812800" cy="711200"/>
              </a:xfrm>
              <a:custGeom>
                <a:avLst/>
                <a:gdLst/>
                <a:ahLst/>
                <a:cxnLst/>
                <a:rect r="r" b="b" t="t" l="l"/>
                <a:pathLst>
                  <a:path h="711200" w="812800">
                    <a:moveTo>
                      <a:pt x="406400" y="711200"/>
                    </a:moveTo>
                    <a:lnTo>
                      <a:pt x="812800" y="0"/>
                    </a:lnTo>
                    <a:lnTo>
                      <a:pt x="0" y="0"/>
                    </a:lnTo>
                    <a:lnTo>
                      <a:pt x="406400" y="711200"/>
                    </a:lnTo>
                    <a:close/>
                  </a:path>
                </a:pathLst>
              </a:custGeom>
              <a:solidFill>
                <a:srgbClr val="A5B4C7"/>
              </a:solidFill>
            </p:spPr>
          </p:sp>
          <p:sp>
            <p:nvSpPr>
              <p:cNvPr name="TextBox 53" id="53"/>
              <p:cNvSpPr txBox="true"/>
              <p:nvPr/>
            </p:nvSpPr>
            <p:spPr>
              <a:xfrm>
                <a:off x="127000" y="12700"/>
                <a:ext cx="558800" cy="36830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</p:grpSp>
      <p:sp>
        <p:nvSpPr>
          <p:cNvPr name="Freeform 54" id="54"/>
          <p:cNvSpPr/>
          <p:nvPr/>
        </p:nvSpPr>
        <p:spPr>
          <a:xfrm flipH="false" flipV="false" rot="0">
            <a:off x="2220712" y="1028700"/>
            <a:ext cx="13846576" cy="8107771"/>
          </a:xfrm>
          <a:custGeom>
            <a:avLst/>
            <a:gdLst/>
            <a:ahLst/>
            <a:cxnLst/>
            <a:rect r="r" b="b" t="t" l="l"/>
            <a:pathLst>
              <a:path h="8107771" w="13846576">
                <a:moveTo>
                  <a:pt x="0" y="0"/>
                </a:moveTo>
                <a:lnTo>
                  <a:pt x="13846576" y="0"/>
                </a:lnTo>
                <a:lnTo>
                  <a:pt x="13846576" y="8107771"/>
                </a:lnTo>
                <a:lnTo>
                  <a:pt x="0" y="8107771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-13854" r="0" b="0"/>
            </a:stretch>
          </a:blipFill>
        </p:spPr>
      </p:sp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gradFill rotWithShape="true">
          <a:gsLst>
            <a:gs pos="0">
              <a:srgbClr val="FBFBFB">
                <a:alpha val="100000"/>
              </a:srgbClr>
            </a:gs>
            <a:gs pos="33333">
              <a:srgbClr val="F1F1F1">
                <a:alpha val="66500"/>
              </a:srgbClr>
            </a:gs>
            <a:gs pos="66667">
              <a:srgbClr val="E9E9E9">
                <a:alpha val="67000"/>
              </a:srgbClr>
            </a:gs>
            <a:gs pos="100000">
              <a:srgbClr val="E0E1E3">
                <a:alpha val="25000"/>
              </a:srgbClr>
            </a:gs>
          </a:gsLst>
          <a:lin ang="540000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-1039392">
            <a:off x="-5599131" y="-3928144"/>
            <a:ext cx="29486263" cy="18143288"/>
            <a:chOff x="0" y="0"/>
            <a:chExt cx="39315017" cy="24191051"/>
          </a:xfrm>
        </p:grpSpPr>
        <p:sp>
          <p:nvSpPr>
            <p:cNvPr name="Freeform 3" id="3"/>
            <p:cNvSpPr/>
            <p:nvPr/>
          </p:nvSpPr>
          <p:spPr>
            <a:xfrm flipH="false" flipV="true" rot="0">
              <a:off x="10693806" y="890869"/>
              <a:ext cx="13700313" cy="12738888"/>
            </a:xfrm>
            <a:custGeom>
              <a:avLst/>
              <a:gdLst/>
              <a:ahLst/>
              <a:cxnLst/>
              <a:rect r="r" b="b" t="t" l="l"/>
              <a:pathLst>
                <a:path h="12738888" w="13700313">
                  <a:moveTo>
                    <a:pt x="0" y="12738888"/>
                  </a:moveTo>
                  <a:lnTo>
                    <a:pt x="13700313" y="12738888"/>
                  </a:lnTo>
                  <a:lnTo>
                    <a:pt x="13700313" y="0"/>
                  </a:lnTo>
                  <a:lnTo>
                    <a:pt x="0" y="0"/>
                  </a:lnTo>
                  <a:lnTo>
                    <a:pt x="0" y="12738888"/>
                  </a:lnTo>
                  <a:close/>
                </a:path>
              </a:pathLst>
            </a:custGeom>
            <a:blipFill>
              <a:blip r:embed="rId2">
                <a:alphaModFix amt="10999"/>
              </a:blip>
              <a:stretch>
                <a:fillRect l="0" t="0" r="0" b="0"/>
              </a:stretch>
            </a:blipFill>
          </p:spPr>
        </p:sp>
        <p:sp>
          <p:nvSpPr>
            <p:cNvPr name="Freeform 4" id="4"/>
            <p:cNvSpPr/>
            <p:nvPr/>
          </p:nvSpPr>
          <p:spPr>
            <a:xfrm flipH="false" flipV="true" rot="0">
              <a:off x="21387611" y="0"/>
              <a:ext cx="13700313" cy="12738888"/>
            </a:xfrm>
            <a:custGeom>
              <a:avLst/>
              <a:gdLst/>
              <a:ahLst/>
              <a:cxnLst/>
              <a:rect r="r" b="b" t="t" l="l"/>
              <a:pathLst>
                <a:path h="12738888" w="13700313">
                  <a:moveTo>
                    <a:pt x="0" y="12738888"/>
                  </a:moveTo>
                  <a:lnTo>
                    <a:pt x="13700314" y="12738888"/>
                  </a:lnTo>
                  <a:lnTo>
                    <a:pt x="13700314" y="0"/>
                  </a:lnTo>
                  <a:lnTo>
                    <a:pt x="0" y="0"/>
                  </a:lnTo>
                  <a:lnTo>
                    <a:pt x="0" y="12738888"/>
                  </a:lnTo>
                  <a:close/>
                </a:path>
              </a:pathLst>
            </a:custGeom>
            <a:blipFill>
              <a:blip r:embed="rId2">
                <a:alphaModFix amt="10999"/>
              </a:blip>
              <a:stretch>
                <a:fillRect l="0" t="0" r="0" b="0"/>
              </a:stretch>
            </a:blipFill>
          </p:spPr>
        </p:sp>
        <p:sp>
          <p:nvSpPr>
            <p:cNvPr name="Freeform 5" id="5"/>
            <p:cNvSpPr/>
            <p:nvPr/>
          </p:nvSpPr>
          <p:spPr>
            <a:xfrm flipH="true" flipV="false" rot="0">
              <a:off x="25614703" y="9670425"/>
              <a:ext cx="13700313" cy="12738888"/>
            </a:xfrm>
            <a:custGeom>
              <a:avLst/>
              <a:gdLst/>
              <a:ahLst/>
              <a:cxnLst/>
              <a:rect r="r" b="b" t="t" l="l"/>
              <a:pathLst>
                <a:path h="12738888" w="13700313">
                  <a:moveTo>
                    <a:pt x="13700314" y="0"/>
                  </a:moveTo>
                  <a:lnTo>
                    <a:pt x="0" y="0"/>
                  </a:lnTo>
                  <a:lnTo>
                    <a:pt x="0" y="12738888"/>
                  </a:lnTo>
                  <a:lnTo>
                    <a:pt x="13700314" y="12738888"/>
                  </a:lnTo>
                  <a:lnTo>
                    <a:pt x="13700314" y="0"/>
                  </a:lnTo>
                  <a:close/>
                </a:path>
              </a:pathLst>
            </a:custGeom>
            <a:blipFill>
              <a:blip r:embed="rId2">
                <a:alphaModFix amt="10999"/>
              </a:blip>
              <a:stretch>
                <a:fillRect l="0" t="0" r="0" b="0"/>
              </a:stretch>
            </a:blipFill>
          </p:spPr>
        </p:sp>
        <p:sp>
          <p:nvSpPr>
            <p:cNvPr name="Freeform 6" id="6"/>
            <p:cNvSpPr/>
            <p:nvPr/>
          </p:nvSpPr>
          <p:spPr>
            <a:xfrm flipH="true" flipV="false" rot="0">
              <a:off x="14920898" y="10561294"/>
              <a:ext cx="13700313" cy="12738888"/>
            </a:xfrm>
            <a:custGeom>
              <a:avLst/>
              <a:gdLst/>
              <a:ahLst/>
              <a:cxnLst/>
              <a:rect r="r" b="b" t="t" l="l"/>
              <a:pathLst>
                <a:path h="12738888" w="13700313">
                  <a:moveTo>
                    <a:pt x="13700313" y="0"/>
                  </a:moveTo>
                  <a:lnTo>
                    <a:pt x="0" y="0"/>
                  </a:lnTo>
                  <a:lnTo>
                    <a:pt x="0" y="12738888"/>
                  </a:lnTo>
                  <a:lnTo>
                    <a:pt x="13700313" y="12738888"/>
                  </a:lnTo>
                  <a:lnTo>
                    <a:pt x="13700313" y="0"/>
                  </a:lnTo>
                  <a:close/>
                </a:path>
              </a:pathLst>
            </a:custGeom>
            <a:blipFill>
              <a:blip r:embed="rId2">
                <a:alphaModFix amt="10999"/>
              </a:blip>
              <a:stretch>
                <a:fillRect l="0" t="0" r="0" b="0"/>
              </a:stretch>
            </a:blipFill>
          </p:spPr>
        </p:sp>
        <p:sp>
          <p:nvSpPr>
            <p:cNvPr name="Freeform 7" id="7"/>
            <p:cNvSpPr/>
            <p:nvPr/>
          </p:nvSpPr>
          <p:spPr>
            <a:xfrm flipH="false" flipV="true" rot="0">
              <a:off x="0" y="1781739"/>
              <a:ext cx="13700313" cy="12738888"/>
            </a:xfrm>
            <a:custGeom>
              <a:avLst/>
              <a:gdLst/>
              <a:ahLst/>
              <a:cxnLst/>
              <a:rect r="r" b="b" t="t" l="l"/>
              <a:pathLst>
                <a:path h="12738888" w="13700313">
                  <a:moveTo>
                    <a:pt x="0" y="12738888"/>
                  </a:moveTo>
                  <a:lnTo>
                    <a:pt x="13700313" y="12738888"/>
                  </a:lnTo>
                  <a:lnTo>
                    <a:pt x="13700313" y="0"/>
                  </a:lnTo>
                  <a:lnTo>
                    <a:pt x="0" y="0"/>
                  </a:lnTo>
                  <a:lnTo>
                    <a:pt x="0" y="12738888"/>
                  </a:lnTo>
                  <a:close/>
                </a:path>
              </a:pathLst>
            </a:custGeom>
            <a:blipFill>
              <a:blip r:embed="rId2">
                <a:alphaModFix amt="10999"/>
              </a:blip>
              <a:stretch>
                <a:fillRect l="0" t="0" r="0" b="0"/>
              </a:stretch>
            </a:blipFill>
          </p:spPr>
        </p:sp>
        <p:sp>
          <p:nvSpPr>
            <p:cNvPr name="Freeform 8" id="8"/>
            <p:cNvSpPr/>
            <p:nvPr/>
          </p:nvSpPr>
          <p:spPr>
            <a:xfrm flipH="true" flipV="false" rot="0">
              <a:off x="4227092" y="11452163"/>
              <a:ext cx="13700313" cy="12738888"/>
            </a:xfrm>
            <a:custGeom>
              <a:avLst/>
              <a:gdLst/>
              <a:ahLst/>
              <a:cxnLst/>
              <a:rect r="r" b="b" t="t" l="l"/>
              <a:pathLst>
                <a:path h="12738888" w="13700313">
                  <a:moveTo>
                    <a:pt x="13700313" y="0"/>
                  </a:moveTo>
                  <a:lnTo>
                    <a:pt x="0" y="0"/>
                  </a:lnTo>
                  <a:lnTo>
                    <a:pt x="0" y="12738888"/>
                  </a:lnTo>
                  <a:lnTo>
                    <a:pt x="13700313" y="12738888"/>
                  </a:lnTo>
                  <a:lnTo>
                    <a:pt x="13700313" y="0"/>
                  </a:lnTo>
                  <a:close/>
                </a:path>
              </a:pathLst>
            </a:custGeom>
            <a:blipFill>
              <a:blip r:embed="rId2">
                <a:alphaModFix amt="10999"/>
              </a:blip>
              <a:stretch>
                <a:fillRect l="0" t="0" r="0" b="0"/>
              </a:stretch>
            </a:blipFill>
          </p:spPr>
        </p:sp>
      </p:grpSp>
      <p:grpSp>
        <p:nvGrpSpPr>
          <p:cNvPr name="Group 9" id="9"/>
          <p:cNvGrpSpPr/>
          <p:nvPr/>
        </p:nvGrpSpPr>
        <p:grpSpPr>
          <a:xfrm rot="0">
            <a:off x="328767" y="356201"/>
            <a:ext cx="17630466" cy="9566473"/>
            <a:chOff x="0" y="0"/>
            <a:chExt cx="23507288" cy="12755298"/>
          </a:xfrm>
        </p:grpSpPr>
        <p:grpSp>
          <p:nvGrpSpPr>
            <p:cNvPr name="Group 10" id="10"/>
            <p:cNvGrpSpPr/>
            <p:nvPr/>
          </p:nvGrpSpPr>
          <p:grpSpPr>
            <a:xfrm rot="0">
              <a:off x="0" y="7832412"/>
              <a:ext cx="63500" cy="4922886"/>
              <a:chOff x="0" y="0"/>
              <a:chExt cx="12543" cy="972422"/>
            </a:xfrm>
          </p:grpSpPr>
          <p:sp>
            <p:nvSpPr>
              <p:cNvPr name="Freeform 11" id="11"/>
              <p:cNvSpPr/>
              <p:nvPr/>
            </p:nvSpPr>
            <p:spPr>
              <a:xfrm flipH="false" flipV="false" rot="0">
                <a:off x="0" y="0"/>
                <a:ext cx="12543" cy="972422"/>
              </a:xfrm>
              <a:custGeom>
                <a:avLst/>
                <a:gdLst/>
                <a:ahLst/>
                <a:cxnLst/>
                <a:rect r="r" b="b" t="t" l="l"/>
                <a:pathLst>
                  <a:path h="972422" w="12543">
                    <a:moveTo>
                      <a:pt x="0" y="0"/>
                    </a:moveTo>
                    <a:lnTo>
                      <a:pt x="12543" y="0"/>
                    </a:lnTo>
                    <a:lnTo>
                      <a:pt x="12543" y="972422"/>
                    </a:lnTo>
                    <a:lnTo>
                      <a:pt x="0" y="972422"/>
                    </a:lnTo>
                    <a:close/>
                  </a:path>
                </a:pathLst>
              </a:custGeom>
              <a:solidFill>
                <a:srgbClr val="17415F"/>
              </a:solidFill>
            </p:spPr>
          </p:sp>
          <p:sp>
            <p:nvSpPr>
              <p:cNvPr name="TextBox 12" id="12"/>
              <p:cNvSpPr txBox="true"/>
              <p:nvPr/>
            </p:nvSpPr>
            <p:spPr>
              <a:xfrm>
                <a:off x="0" y="-38100"/>
                <a:ext cx="12543" cy="1010522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grpSp>
          <p:nvGrpSpPr>
            <p:cNvPr name="Group 13" id="13"/>
            <p:cNvGrpSpPr/>
            <p:nvPr/>
          </p:nvGrpSpPr>
          <p:grpSpPr>
            <a:xfrm rot="-5400000">
              <a:off x="6920832" y="5834466"/>
              <a:ext cx="63500" cy="13778164"/>
              <a:chOff x="0" y="0"/>
              <a:chExt cx="12543" cy="2721613"/>
            </a:xfrm>
          </p:grpSpPr>
          <p:sp>
            <p:nvSpPr>
              <p:cNvPr name="Freeform 14" id="14"/>
              <p:cNvSpPr/>
              <p:nvPr/>
            </p:nvSpPr>
            <p:spPr>
              <a:xfrm flipH="false" flipV="false" rot="0">
                <a:off x="0" y="0"/>
                <a:ext cx="12543" cy="2721613"/>
              </a:xfrm>
              <a:custGeom>
                <a:avLst/>
                <a:gdLst/>
                <a:ahLst/>
                <a:cxnLst/>
                <a:rect r="r" b="b" t="t" l="l"/>
                <a:pathLst>
                  <a:path h="2721613" w="12543">
                    <a:moveTo>
                      <a:pt x="0" y="0"/>
                    </a:moveTo>
                    <a:lnTo>
                      <a:pt x="12543" y="0"/>
                    </a:lnTo>
                    <a:lnTo>
                      <a:pt x="12543" y="2721613"/>
                    </a:lnTo>
                    <a:lnTo>
                      <a:pt x="0" y="2721613"/>
                    </a:lnTo>
                    <a:close/>
                  </a:path>
                </a:pathLst>
              </a:custGeom>
              <a:solidFill>
                <a:srgbClr val="17415F"/>
              </a:solidFill>
            </p:spPr>
          </p:sp>
          <p:sp>
            <p:nvSpPr>
              <p:cNvPr name="TextBox 15" id="15"/>
              <p:cNvSpPr txBox="true"/>
              <p:nvPr/>
            </p:nvSpPr>
            <p:spPr>
              <a:xfrm>
                <a:off x="0" y="-38100"/>
                <a:ext cx="12543" cy="2759713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grpSp>
          <p:nvGrpSpPr>
            <p:cNvPr name="Group 16" id="16"/>
            <p:cNvGrpSpPr/>
            <p:nvPr/>
          </p:nvGrpSpPr>
          <p:grpSpPr>
            <a:xfrm rot="-10800000">
              <a:off x="23443788" y="0"/>
              <a:ext cx="63500" cy="4922886"/>
              <a:chOff x="0" y="0"/>
              <a:chExt cx="12543" cy="972422"/>
            </a:xfrm>
          </p:grpSpPr>
          <p:sp>
            <p:nvSpPr>
              <p:cNvPr name="Freeform 17" id="17"/>
              <p:cNvSpPr/>
              <p:nvPr/>
            </p:nvSpPr>
            <p:spPr>
              <a:xfrm flipH="false" flipV="false" rot="0">
                <a:off x="0" y="0"/>
                <a:ext cx="12543" cy="972422"/>
              </a:xfrm>
              <a:custGeom>
                <a:avLst/>
                <a:gdLst/>
                <a:ahLst/>
                <a:cxnLst/>
                <a:rect r="r" b="b" t="t" l="l"/>
                <a:pathLst>
                  <a:path h="972422" w="12543">
                    <a:moveTo>
                      <a:pt x="0" y="0"/>
                    </a:moveTo>
                    <a:lnTo>
                      <a:pt x="12543" y="0"/>
                    </a:lnTo>
                    <a:lnTo>
                      <a:pt x="12543" y="972422"/>
                    </a:lnTo>
                    <a:lnTo>
                      <a:pt x="0" y="972422"/>
                    </a:lnTo>
                    <a:close/>
                  </a:path>
                </a:pathLst>
              </a:custGeom>
              <a:solidFill>
                <a:srgbClr val="17415F"/>
              </a:solidFill>
            </p:spPr>
          </p:sp>
          <p:sp>
            <p:nvSpPr>
              <p:cNvPr name="TextBox 18" id="18"/>
              <p:cNvSpPr txBox="true"/>
              <p:nvPr/>
            </p:nvSpPr>
            <p:spPr>
              <a:xfrm>
                <a:off x="0" y="-38100"/>
                <a:ext cx="12543" cy="1010522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grpSp>
          <p:nvGrpSpPr>
            <p:cNvPr name="Group 19" id="19"/>
            <p:cNvGrpSpPr/>
            <p:nvPr/>
          </p:nvGrpSpPr>
          <p:grpSpPr>
            <a:xfrm rot="5400000">
              <a:off x="16522956" y="-6857332"/>
              <a:ext cx="63500" cy="13778164"/>
              <a:chOff x="0" y="0"/>
              <a:chExt cx="12543" cy="2721613"/>
            </a:xfrm>
          </p:grpSpPr>
          <p:sp>
            <p:nvSpPr>
              <p:cNvPr name="Freeform 20" id="20"/>
              <p:cNvSpPr/>
              <p:nvPr/>
            </p:nvSpPr>
            <p:spPr>
              <a:xfrm flipH="false" flipV="false" rot="0">
                <a:off x="0" y="0"/>
                <a:ext cx="12543" cy="2721613"/>
              </a:xfrm>
              <a:custGeom>
                <a:avLst/>
                <a:gdLst/>
                <a:ahLst/>
                <a:cxnLst/>
                <a:rect r="r" b="b" t="t" l="l"/>
                <a:pathLst>
                  <a:path h="2721613" w="12543">
                    <a:moveTo>
                      <a:pt x="0" y="0"/>
                    </a:moveTo>
                    <a:lnTo>
                      <a:pt x="12543" y="0"/>
                    </a:lnTo>
                    <a:lnTo>
                      <a:pt x="12543" y="2721613"/>
                    </a:lnTo>
                    <a:lnTo>
                      <a:pt x="0" y="2721613"/>
                    </a:lnTo>
                    <a:close/>
                  </a:path>
                </a:pathLst>
              </a:custGeom>
              <a:solidFill>
                <a:srgbClr val="17415F"/>
              </a:solidFill>
            </p:spPr>
          </p:sp>
          <p:sp>
            <p:nvSpPr>
              <p:cNvPr name="TextBox 21" id="21"/>
              <p:cNvSpPr txBox="true"/>
              <p:nvPr/>
            </p:nvSpPr>
            <p:spPr>
              <a:xfrm>
                <a:off x="0" y="-38100"/>
                <a:ext cx="12543" cy="2759713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grpSp>
          <p:nvGrpSpPr>
            <p:cNvPr name="Group 22" id="22"/>
            <p:cNvGrpSpPr/>
            <p:nvPr/>
          </p:nvGrpSpPr>
          <p:grpSpPr>
            <a:xfrm rot="-10800000">
              <a:off x="22957231" y="413305"/>
              <a:ext cx="63500" cy="1669468"/>
              <a:chOff x="0" y="0"/>
              <a:chExt cx="12543" cy="329771"/>
            </a:xfrm>
          </p:grpSpPr>
          <p:sp>
            <p:nvSpPr>
              <p:cNvPr name="Freeform 23" id="23"/>
              <p:cNvSpPr/>
              <p:nvPr/>
            </p:nvSpPr>
            <p:spPr>
              <a:xfrm flipH="false" flipV="false" rot="0">
                <a:off x="0" y="0"/>
                <a:ext cx="12543" cy="329771"/>
              </a:xfrm>
              <a:custGeom>
                <a:avLst/>
                <a:gdLst/>
                <a:ahLst/>
                <a:cxnLst/>
                <a:rect r="r" b="b" t="t" l="l"/>
                <a:pathLst>
                  <a:path h="329771" w="12543">
                    <a:moveTo>
                      <a:pt x="0" y="0"/>
                    </a:moveTo>
                    <a:lnTo>
                      <a:pt x="12543" y="0"/>
                    </a:lnTo>
                    <a:lnTo>
                      <a:pt x="12543" y="329771"/>
                    </a:lnTo>
                    <a:lnTo>
                      <a:pt x="0" y="329771"/>
                    </a:lnTo>
                    <a:close/>
                  </a:path>
                </a:pathLst>
              </a:custGeom>
              <a:solidFill>
                <a:srgbClr val="17415F"/>
              </a:solidFill>
            </p:spPr>
          </p:sp>
          <p:sp>
            <p:nvSpPr>
              <p:cNvPr name="TextBox 24" id="24"/>
              <p:cNvSpPr txBox="true"/>
              <p:nvPr/>
            </p:nvSpPr>
            <p:spPr>
              <a:xfrm>
                <a:off x="0" y="-38100"/>
                <a:ext cx="12543" cy="367871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grpSp>
          <p:nvGrpSpPr>
            <p:cNvPr name="Group 25" id="25"/>
            <p:cNvGrpSpPr/>
            <p:nvPr/>
          </p:nvGrpSpPr>
          <p:grpSpPr>
            <a:xfrm rot="5400000">
              <a:off x="20138971" y="-2378926"/>
              <a:ext cx="63500" cy="5647961"/>
              <a:chOff x="0" y="0"/>
              <a:chExt cx="12543" cy="1115647"/>
            </a:xfrm>
          </p:grpSpPr>
          <p:sp>
            <p:nvSpPr>
              <p:cNvPr name="Freeform 26" id="26"/>
              <p:cNvSpPr/>
              <p:nvPr/>
            </p:nvSpPr>
            <p:spPr>
              <a:xfrm flipH="false" flipV="false" rot="0">
                <a:off x="0" y="0"/>
                <a:ext cx="12543" cy="1115647"/>
              </a:xfrm>
              <a:custGeom>
                <a:avLst/>
                <a:gdLst/>
                <a:ahLst/>
                <a:cxnLst/>
                <a:rect r="r" b="b" t="t" l="l"/>
                <a:pathLst>
                  <a:path h="1115647" w="12543">
                    <a:moveTo>
                      <a:pt x="0" y="0"/>
                    </a:moveTo>
                    <a:lnTo>
                      <a:pt x="12543" y="0"/>
                    </a:lnTo>
                    <a:lnTo>
                      <a:pt x="12543" y="1115647"/>
                    </a:lnTo>
                    <a:lnTo>
                      <a:pt x="0" y="1115647"/>
                    </a:lnTo>
                    <a:close/>
                  </a:path>
                </a:pathLst>
              </a:custGeom>
              <a:solidFill>
                <a:srgbClr val="17415F"/>
              </a:solidFill>
            </p:spPr>
          </p:sp>
          <p:sp>
            <p:nvSpPr>
              <p:cNvPr name="TextBox 27" id="27"/>
              <p:cNvSpPr txBox="true"/>
              <p:nvPr/>
            </p:nvSpPr>
            <p:spPr>
              <a:xfrm>
                <a:off x="0" y="-38100"/>
                <a:ext cx="12543" cy="1153747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grpSp>
          <p:nvGrpSpPr>
            <p:cNvPr name="Group 28" id="28"/>
            <p:cNvGrpSpPr/>
            <p:nvPr/>
          </p:nvGrpSpPr>
          <p:grpSpPr>
            <a:xfrm rot="0">
              <a:off x="486556" y="10672525"/>
              <a:ext cx="63500" cy="1669468"/>
              <a:chOff x="0" y="0"/>
              <a:chExt cx="12543" cy="329771"/>
            </a:xfrm>
          </p:grpSpPr>
          <p:sp>
            <p:nvSpPr>
              <p:cNvPr name="Freeform 29" id="29"/>
              <p:cNvSpPr/>
              <p:nvPr/>
            </p:nvSpPr>
            <p:spPr>
              <a:xfrm flipH="false" flipV="false" rot="0">
                <a:off x="0" y="0"/>
                <a:ext cx="12543" cy="329771"/>
              </a:xfrm>
              <a:custGeom>
                <a:avLst/>
                <a:gdLst/>
                <a:ahLst/>
                <a:cxnLst/>
                <a:rect r="r" b="b" t="t" l="l"/>
                <a:pathLst>
                  <a:path h="329771" w="12543">
                    <a:moveTo>
                      <a:pt x="0" y="0"/>
                    </a:moveTo>
                    <a:lnTo>
                      <a:pt x="12543" y="0"/>
                    </a:lnTo>
                    <a:lnTo>
                      <a:pt x="12543" y="329771"/>
                    </a:lnTo>
                    <a:lnTo>
                      <a:pt x="0" y="329771"/>
                    </a:lnTo>
                    <a:close/>
                  </a:path>
                </a:pathLst>
              </a:custGeom>
              <a:solidFill>
                <a:srgbClr val="17415F"/>
              </a:solidFill>
            </p:spPr>
          </p:sp>
          <p:sp>
            <p:nvSpPr>
              <p:cNvPr name="TextBox 30" id="30"/>
              <p:cNvSpPr txBox="true"/>
              <p:nvPr/>
            </p:nvSpPr>
            <p:spPr>
              <a:xfrm>
                <a:off x="0" y="-38100"/>
                <a:ext cx="12543" cy="367871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grpSp>
          <p:nvGrpSpPr>
            <p:cNvPr name="Group 31" id="31"/>
            <p:cNvGrpSpPr/>
            <p:nvPr/>
          </p:nvGrpSpPr>
          <p:grpSpPr>
            <a:xfrm rot="-5400000">
              <a:off x="3304817" y="9486262"/>
              <a:ext cx="63500" cy="5647961"/>
              <a:chOff x="0" y="0"/>
              <a:chExt cx="12543" cy="1115647"/>
            </a:xfrm>
          </p:grpSpPr>
          <p:sp>
            <p:nvSpPr>
              <p:cNvPr name="Freeform 32" id="32"/>
              <p:cNvSpPr/>
              <p:nvPr/>
            </p:nvSpPr>
            <p:spPr>
              <a:xfrm flipH="false" flipV="false" rot="0">
                <a:off x="0" y="0"/>
                <a:ext cx="12543" cy="1115647"/>
              </a:xfrm>
              <a:custGeom>
                <a:avLst/>
                <a:gdLst/>
                <a:ahLst/>
                <a:cxnLst/>
                <a:rect r="r" b="b" t="t" l="l"/>
                <a:pathLst>
                  <a:path h="1115647" w="12543">
                    <a:moveTo>
                      <a:pt x="0" y="0"/>
                    </a:moveTo>
                    <a:lnTo>
                      <a:pt x="12543" y="0"/>
                    </a:lnTo>
                    <a:lnTo>
                      <a:pt x="12543" y="1115647"/>
                    </a:lnTo>
                    <a:lnTo>
                      <a:pt x="0" y="1115647"/>
                    </a:lnTo>
                    <a:close/>
                  </a:path>
                </a:pathLst>
              </a:custGeom>
              <a:solidFill>
                <a:srgbClr val="17415F"/>
              </a:solidFill>
            </p:spPr>
          </p:sp>
          <p:sp>
            <p:nvSpPr>
              <p:cNvPr name="TextBox 33" id="33"/>
              <p:cNvSpPr txBox="true"/>
              <p:nvPr/>
            </p:nvSpPr>
            <p:spPr>
              <a:xfrm>
                <a:off x="0" y="-38100"/>
                <a:ext cx="12543" cy="1153747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</p:grpSp>
      <p:grpSp>
        <p:nvGrpSpPr>
          <p:cNvPr name="Group 34" id="34"/>
          <p:cNvGrpSpPr/>
          <p:nvPr/>
        </p:nvGrpSpPr>
        <p:grpSpPr>
          <a:xfrm rot="0">
            <a:off x="13955824" y="6587618"/>
            <a:ext cx="6666800" cy="4085592"/>
            <a:chOff x="0" y="0"/>
            <a:chExt cx="8889067" cy="5447455"/>
          </a:xfrm>
        </p:grpSpPr>
        <p:grpSp>
          <p:nvGrpSpPr>
            <p:cNvPr name="Group 35" id="35"/>
            <p:cNvGrpSpPr/>
            <p:nvPr/>
          </p:nvGrpSpPr>
          <p:grpSpPr>
            <a:xfrm rot="-10800000">
              <a:off x="2663403" y="0"/>
              <a:ext cx="6225663" cy="5447455"/>
              <a:chOff x="0" y="0"/>
              <a:chExt cx="812800" cy="711200"/>
            </a:xfrm>
          </p:grpSpPr>
          <p:sp>
            <p:nvSpPr>
              <p:cNvPr name="Freeform 36" id="36"/>
              <p:cNvSpPr/>
              <p:nvPr/>
            </p:nvSpPr>
            <p:spPr>
              <a:xfrm flipH="false" flipV="false" rot="0">
                <a:off x="0" y="0"/>
                <a:ext cx="812800" cy="711200"/>
              </a:xfrm>
              <a:custGeom>
                <a:avLst/>
                <a:gdLst/>
                <a:ahLst/>
                <a:cxnLst/>
                <a:rect r="r" b="b" t="t" l="l"/>
                <a:pathLst>
                  <a:path h="711200" w="812800">
                    <a:moveTo>
                      <a:pt x="406400" y="711200"/>
                    </a:moveTo>
                    <a:lnTo>
                      <a:pt x="812800" y="0"/>
                    </a:lnTo>
                    <a:lnTo>
                      <a:pt x="0" y="0"/>
                    </a:lnTo>
                    <a:lnTo>
                      <a:pt x="406400" y="711200"/>
                    </a:lnTo>
                    <a:close/>
                  </a:path>
                </a:pathLst>
              </a:custGeom>
              <a:solidFill>
                <a:srgbClr val="6B7A8C"/>
              </a:solidFill>
            </p:spPr>
          </p:sp>
          <p:sp>
            <p:nvSpPr>
              <p:cNvPr name="TextBox 37" id="37"/>
              <p:cNvSpPr txBox="true"/>
              <p:nvPr/>
            </p:nvSpPr>
            <p:spPr>
              <a:xfrm>
                <a:off x="127000" y="12700"/>
                <a:ext cx="558800" cy="36830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grpSp>
          <p:nvGrpSpPr>
            <p:cNvPr name="Group 38" id="38"/>
            <p:cNvGrpSpPr/>
            <p:nvPr/>
          </p:nvGrpSpPr>
          <p:grpSpPr>
            <a:xfrm rot="-10800000">
              <a:off x="0" y="3821268"/>
              <a:ext cx="5776235" cy="1261779"/>
              <a:chOff x="0" y="0"/>
              <a:chExt cx="1140985" cy="249240"/>
            </a:xfrm>
          </p:grpSpPr>
          <p:sp>
            <p:nvSpPr>
              <p:cNvPr name="Freeform 39" id="39"/>
              <p:cNvSpPr/>
              <p:nvPr/>
            </p:nvSpPr>
            <p:spPr>
              <a:xfrm flipH="false" flipV="false" rot="0">
                <a:off x="0" y="0"/>
                <a:ext cx="1140985" cy="249240"/>
              </a:xfrm>
              <a:custGeom>
                <a:avLst/>
                <a:gdLst/>
                <a:ahLst/>
                <a:cxnLst/>
                <a:rect r="r" b="b" t="t" l="l"/>
                <a:pathLst>
                  <a:path h="249240" w="1140985">
                    <a:moveTo>
                      <a:pt x="203200" y="0"/>
                    </a:moveTo>
                    <a:lnTo>
                      <a:pt x="1140985" y="0"/>
                    </a:lnTo>
                    <a:lnTo>
                      <a:pt x="937785" y="249240"/>
                    </a:lnTo>
                    <a:lnTo>
                      <a:pt x="0" y="249240"/>
                    </a:lnTo>
                    <a:lnTo>
                      <a:pt x="203200" y="0"/>
                    </a:lnTo>
                    <a:close/>
                  </a:path>
                </a:pathLst>
              </a:custGeom>
              <a:solidFill>
                <a:srgbClr val="88A5C4"/>
              </a:solidFill>
            </p:spPr>
          </p:sp>
          <p:sp>
            <p:nvSpPr>
              <p:cNvPr name="TextBox 40" id="40"/>
              <p:cNvSpPr txBox="true"/>
              <p:nvPr/>
            </p:nvSpPr>
            <p:spPr>
              <a:xfrm>
                <a:off x="101600" y="-38100"/>
                <a:ext cx="937785" cy="28734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grpSp>
          <p:nvGrpSpPr>
            <p:cNvPr name="Group 41" id="41"/>
            <p:cNvGrpSpPr/>
            <p:nvPr/>
          </p:nvGrpSpPr>
          <p:grpSpPr>
            <a:xfrm rot="-10800000">
              <a:off x="3094536" y="2203713"/>
              <a:ext cx="1551081" cy="1357196"/>
              <a:chOff x="0" y="0"/>
              <a:chExt cx="812800" cy="711200"/>
            </a:xfrm>
          </p:grpSpPr>
          <p:sp>
            <p:nvSpPr>
              <p:cNvPr name="Freeform 42" id="42"/>
              <p:cNvSpPr/>
              <p:nvPr/>
            </p:nvSpPr>
            <p:spPr>
              <a:xfrm flipH="false" flipV="false" rot="0">
                <a:off x="0" y="0"/>
                <a:ext cx="812800" cy="711200"/>
              </a:xfrm>
              <a:custGeom>
                <a:avLst/>
                <a:gdLst/>
                <a:ahLst/>
                <a:cxnLst/>
                <a:rect r="r" b="b" t="t" l="l"/>
                <a:pathLst>
                  <a:path h="711200" w="812800">
                    <a:moveTo>
                      <a:pt x="406400" y="711200"/>
                    </a:moveTo>
                    <a:lnTo>
                      <a:pt x="812800" y="0"/>
                    </a:lnTo>
                    <a:lnTo>
                      <a:pt x="0" y="0"/>
                    </a:lnTo>
                    <a:lnTo>
                      <a:pt x="406400" y="711200"/>
                    </a:lnTo>
                    <a:close/>
                  </a:path>
                </a:pathLst>
              </a:custGeom>
              <a:solidFill>
                <a:srgbClr val="A5B4C7"/>
              </a:solidFill>
            </p:spPr>
          </p:sp>
          <p:sp>
            <p:nvSpPr>
              <p:cNvPr name="TextBox 43" id="43"/>
              <p:cNvSpPr txBox="true"/>
              <p:nvPr/>
            </p:nvSpPr>
            <p:spPr>
              <a:xfrm>
                <a:off x="127000" y="12700"/>
                <a:ext cx="558800" cy="36830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</p:grpSp>
      <p:grpSp>
        <p:nvGrpSpPr>
          <p:cNvPr name="Group 44" id="44"/>
          <p:cNvGrpSpPr/>
          <p:nvPr/>
        </p:nvGrpSpPr>
        <p:grpSpPr>
          <a:xfrm rot="-10800000">
            <a:off x="-2304700" y="-378866"/>
            <a:ext cx="6666800" cy="4085592"/>
            <a:chOff x="0" y="0"/>
            <a:chExt cx="8889067" cy="5447455"/>
          </a:xfrm>
        </p:grpSpPr>
        <p:grpSp>
          <p:nvGrpSpPr>
            <p:cNvPr name="Group 45" id="45"/>
            <p:cNvGrpSpPr/>
            <p:nvPr/>
          </p:nvGrpSpPr>
          <p:grpSpPr>
            <a:xfrm rot="-10800000">
              <a:off x="2663403" y="0"/>
              <a:ext cx="6225663" cy="5447455"/>
              <a:chOff x="0" y="0"/>
              <a:chExt cx="812800" cy="711200"/>
            </a:xfrm>
          </p:grpSpPr>
          <p:sp>
            <p:nvSpPr>
              <p:cNvPr name="Freeform 46" id="46"/>
              <p:cNvSpPr/>
              <p:nvPr/>
            </p:nvSpPr>
            <p:spPr>
              <a:xfrm flipH="false" flipV="false" rot="0">
                <a:off x="0" y="0"/>
                <a:ext cx="812800" cy="711200"/>
              </a:xfrm>
              <a:custGeom>
                <a:avLst/>
                <a:gdLst/>
                <a:ahLst/>
                <a:cxnLst/>
                <a:rect r="r" b="b" t="t" l="l"/>
                <a:pathLst>
                  <a:path h="711200" w="812800">
                    <a:moveTo>
                      <a:pt x="406400" y="711200"/>
                    </a:moveTo>
                    <a:lnTo>
                      <a:pt x="812800" y="0"/>
                    </a:lnTo>
                    <a:lnTo>
                      <a:pt x="0" y="0"/>
                    </a:lnTo>
                    <a:lnTo>
                      <a:pt x="406400" y="711200"/>
                    </a:lnTo>
                    <a:close/>
                  </a:path>
                </a:pathLst>
              </a:custGeom>
              <a:solidFill>
                <a:srgbClr val="6B7A8C"/>
              </a:solidFill>
            </p:spPr>
          </p:sp>
          <p:sp>
            <p:nvSpPr>
              <p:cNvPr name="TextBox 47" id="47"/>
              <p:cNvSpPr txBox="true"/>
              <p:nvPr/>
            </p:nvSpPr>
            <p:spPr>
              <a:xfrm>
                <a:off x="127000" y="12700"/>
                <a:ext cx="558800" cy="36830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grpSp>
          <p:nvGrpSpPr>
            <p:cNvPr name="Group 48" id="48"/>
            <p:cNvGrpSpPr/>
            <p:nvPr/>
          </p:nvGrpSpPr>
          <p:grpSpPr>
            <a:xfrm rot="-10800000">
              <a:off x="0" y="3821268"/>
              <a:ext cx="5776235" cy="1261779"/>
              <a:chOff x="0" y="0"/>
              <a:chExt cx="1140985" cy="249240"/>
            </a:xfrm>
          </p:grpSpPr>
          <p:sp>
            <p:nvSpPr>
              <p:cNvPr name="Freeform 49" id="49"/>
              <p:cNvSpPr/>
              <p:nvPr/>
            </p:nvSpPr>
            <p:spPr>
              <a:xfrm flipH="false" flipV="false" rot="0">
                <a:off x="0" y="0"/>
                <a:ext cx="1140985" cy="249240"/>
              </a:xfrm>
              <a:custGeom>
                <a:avLst/>
                <a:gdLst/>
                <a:ahLst/>
                <a:cxnLst/>
                <a:rect r="r" b="b" t="t" l="l"/>
                <a:pathLst>
                  <a:path h="249240" w="1140985">
                    <a:moveTo>
                      <a:pt x="203200" y="0"/>
                    </a:moveTo>
                    <a:lnTo>
                      <a:pt x="1140985" y="0"/>
                    </a:lnTo>
                    <a:lnTo>
                      <a:pt x="937785" y="249240"/>
                    </a:lnTo>
                    <a:lnTo>
                      <a:pt x="0" y="249240"/>
                    </a:lnTo>
                    <a:lnTo>
                      <a:pt x="203200" y="0"/>
                    </a:lnTo>
                    <a:close/>
                  </a:path>
                </a:pathLst>
              </a:custGeom>
              <a:solidFill>
                <a:srgbClr val="88A5C4"/>
              </a:solidFill>
            </p:spPr>
          </p:sp>
          <p:sp>
            <p:nvSpPr>
              <p:cNvPr name="TextBox 50" id="50"/>
              <p:cNvSpPr txBox="true"/>
              <p:nvPr/>
            </p:nvSpPr>
            <p:spPr>
              <a:xfrm>
                <a:off x="101600" y="-38100"/>
                <a:ext cx="937785" cy="28734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grpSp>
          <p:nvGrpSpPr>
            <p:cNvPr name="Group 51" id="51"/>
            <p:cNvGrpSpPr/>
            <p:nvPr/>
          </p:nvGrpSpPr>
          <p:grpSpPr>
            <a:xfrm rot="-10800000">
              <a:off x="3094536" y="2203713"/>
              <a:ext cx="1551081" cy="1357196"/>
              <a:chOff x="0" y="0"/>
              <a:chExt cx="812800" cy="711200"/>
            </a:xfrm>
          </p:grpSpPr>
          <p:sp>
            <p:nvSpPr>
              <p:cNvPr name="Freeform 52" id="52"/>
              <p:cNvSpPr/>
              <p:nvPr/>
            </p:nvSpPr>
            <p:spPr>
              <a:xfrm flipH="false" flipV="false" rot="0">
                <a:off x="0" y="0"/>
                <a:ext cx="812800" cy="711200"/>
              </a:xfrm>
              <a:custGeom>
                <a:avLst/>
                <a:gdLst/>
                <a:ahLst/>
                <a:cxnLst/>
                <a:rect r="r" b="b" t="t" l="l"/>
                <a:pathLst>
                  <a:path h="711200" w="812800">
                    <a:moveTo>
                      <a:pt x="406400" y="711200"/>
                    </a:moveTo>
                    <a:lnTo>
                      <a:pt x="812800" y="0"/>
                    </a:lnTo>
                    <a:lnTo>
                      <a:pt x="0" y="0"/>
                    </a:lnTo>
                    <a:lnTo>
                      <a:pt x="406400" y="711200"/>
                    </a:lnTo>
                    <a:close/>
                  </a:path>
                </a:pathLst>
              </a:custGeom>
              <a:solidFill>
                <a:srgbClr val="A5B4C7"/>
              </a:solidFill>
            </p:spPr>
          </p:sp>
          <p:sp>
            <p:nvSpPr>
              <p:cNvPr name="TextBox 53" id="53"/>
              <p:cNvSpPr txBox="true"/>
              <p:nvPr/>
            </p:nvSpPr>
            <p:spPr>
              <a:xfrm>
                <a:off x="127000" y="12700"/>
                <a:ext cx="558800" cy="36830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</p:grpSp>
      <p:sp>
        <p:nvSpPr>
          <p:cNvPr name="Freeform 54" id="54"/>
          <p:cNvSpPr/>
          <p:nvPr/>
        </p:nvSpPr>
        <p:spPr>
          <a:xfrm flipH="false" flipV="false" rot="0">
            <a:off x="4937637" y="3057756"/>
            <a:ext cx="8412726" cy="5572658"/>
          </a:xfrm>
          <a:custGeom>
            <a:avLst/>
            <a:gdLst/>
            <a:ahLst/>
            <a:cxnLst/>
            <a:rect r="r" b="b" t="t" l="l"/>
            <a:pathLst>
              <a:path h="5572658" w="8412726">
                <a:moveTo>
                  <a:pt x="0" y="0"/>
                </a:moveTo>
                <a:lnTo>
                  <a:pt x="8412726" y="0"/>
                </a:lnTo>
                <a:lnTo>
                  <a:pt x="8412726" y="5572658"/>
                </a:lnTo>
                <a:lnTo>
                  <a:pt x="0" y="557265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-1146"/>
            </a:stretch>
          </a:blipFill>
        </p:spPr>
      </p:sp>
      <p:sp>
        <p:nvSpPr>
          <p:cNvPr name="TextBox 55" id="55"/>
          <p:cNvSpPr txBox="true"/>
          <p:nvPr/>
        </p:nvSpPr>
        <p:spPr>
          <a:xfrm rot="0">
            <a:off x="2082584" y="866775"/>
            <a:ext cx="14122832" cy="1533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2599"/>
              </a:lnSpc>
            </a:pPr>
            <a:r>
              <a:rPr lang="en-US" b="true" sz="9000">
                <a:solidFill>
                  <a:srgbClr val="3E526A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SYSTEM MODULES</a:t>
            </a:r>
          </a:p>
        </p:txBody>
      </p:sp>
      <p:sp>
        <p:nvSpPr>
          <p:cNvPr name="TextBox 56" id="56"/>
          <p:cNvSpPr txBox="true"/>
          <p:nvPr/>
        </p:nvSpPr>
        <p:spPr>
          <a:xfrm rot="0">
            <a:off x="4937637" y="6997885"/>
            <a:ext cx="2493908" cy="92316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717"/>
              </a:lnSpc>
            </a:pPr>
            <a:r>
              <a:rPr lang="en-US" b="true" sz="2655" u="sng">
                <a:solidFill>
                  <a:srgbClr val="3B414D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Admin</a:t>
            </a:r>
          </a:p>
          <a:p>
            <a:pPr algn="ctr">
              <a:lnSpc>
                <a:spcPts val="3717"/>
              </a:lnSpc>
            </a:pPr>
            <a:r>
              <a:rPr lang="en-US" b="true" sz="2655" u="sng">
                <a:solidFill>
                  <a:srgbClr val="3B414D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Module</a:t>
            </a:r>
          </a:p>
        </p:txBody>
      </p:sp>
      <p:sp>
        <p:nvSpPr>
          <p:cNvPr name="TextBox 57" id="57"/>
          <p:cNvSpPr txBox="true"/>
          <p:nvPr/>
        </p:nvSpPr>
        <p:spPr>
          <a:xfrm rot="0">
            <a:off x="8049708" y="6997885"/>
            <a:ext cx="2188584" cy="92316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717"/>
              </a:lnSpc>
            </a:pPr>
            <a:r>
              <a:rPr lang="en-US" b="true" sz="2655" u="sng">
                <a:solidFill>
                  <a:srgbClr val="3B414D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User</a:t>
            </a:r>
          </a:p>
          <a:p>
            <a:pPr algn="ctr">
              <a:lnSpc>
                <a:spcPts val="3717"/>
              </a:lnSpc>
            </a:pPr>
            <a:r>
              <a:rPr lang="en-US" b="true" sz="2655" u="sng">
                <a:solidFill>
                  <a:srgbClr val="3B414D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Module</a:t>
            </a:r>
          </a:p>
        </p:txBody>
      </p:sp>
      <p:sp>
        <p:nvSpPr>
          <p:cNvPr name="TextBox 58" id="58"/>
          <p:cNvSpPr txBox="true"/>
          <p:nvPr/>
        </p:nvSpPr>
        <p:spPr>
          <a:xfrm rot="0">
            <a:off x="11120198" y="6997885"/>
            <a:ext cx="1953720" cy="92316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717"/>
              </a:lnSpc>
            </a:pPr>
            <a:r>
              <a:rPr lang="en-US" b="true" sz="2655" u="sng">
                <a:solidFill>
                  <a:srgbClr val="3B414D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Radiologist Module</a:t>
            </a:r>
          </a:p>
        </p:txBody>
      </p:sp>
      <p:sp>
        <p:nvSpPr>
          <p:cNvPr name="TextBox 59" id="59"/>
          <p:cNvSpPr txBox="true"/>
          <p:nvPr/>
        </p:nvSpPr>
        <p:spPr>
          <a:xfrm rot="0">
            <a:off x="7709773" y="3823506"/>
            <a:ext cx="2868454" cy="49530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199"/>
              </a:lnSpc>
              <a:spcBef>
                <a:spcPct val="0"/>
              </a:spcBef>
            </a:pPr>
            <a:r>
              <a:rPr lang="en-US" b="true" sz="2999" u="sng">
                <a:solidFill>
                  <a:srgbClr val="FFFFFF"/>
                </a:solidFill>
                <a:latin typeface="Muli Bold"/>
                <a:ea typeface="Muli Bold"/>
                <a:cs typeface="Muli Bold"/>
                <a:sym typeface="Muli Bold"/>
              </a:rPr>
              <a:t>RetinaSense  AI</a:t>
            </a:r>
          </a:p>
        </p:txBody>
      </p:sp>
    </p:spTree>
  </p:cSld>
  <p:clrMapOvr>
    <a:masterClrMapping/>
  </p:clrMapOvr>
</p:sld>
</file>

<file path=ppt/slides/slide1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gradFill rotWithShape="true">
          <a:gsLst>
            <a:gs pos="0">
              <a:srgbClr val="FBFBFB">
                <a:alpha val="100000"/>
              </a:srgbClr>
            </a:gs>
            <a:gs pos="33333">
              <a:srgbClr val="F1F1F1">
                <a:alpha val="66500"/>
              </a:srgbClr>
            </a:gs>
            <a:gs pos="66667">
              <a:srgbClr val="E9E9E9">
                <a:alpha val="67000"/>
              </a:srgbClr>
            </a:gs>
            <a:gs pos="100000">
              <a:srgbClr val="E0E1E3">
                <a:alpha val="25000"/>
              </a:srgbClr>
            </a:gs>
          </a:gsLst>
          <a:lin ang="540000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-1039392">
            <a:off x="-5599131" y="-3928144"/>
            <a:ext cx="29486263" cy="18143288"/>
            <a:chOff x="0" y="0"/>
            <a:chExt cx="39315017" cy="24191051"/>
          </a:xfrm>
        </p:grpSpPr>
        <p:sp>
          <p:nvSpPr>
            <p:cNvPr name="Freeform 3" id="3"/>
            <p:cNvSpPr/>
            <p:nvPr/>
          </p:nvSpPr>
          <p:spPr>
            <a:xfrm flipH="false" flipV="true" rot="0">
              <a:off x="10693806" y="890869"/>
              <a:ext cx="13700313" cy="12738888"/>
            </a:xfrm>
            <a:custGeom>
              <a:avLst/>
              <a:gdLst/>
              <a:ahLst/>
              <a:cxnLst/>
              <a:rect r="r" b="b" t="t" l="l"/>
              <a:pathLst>
                <a:path h="12738888" w="13700313">
                  <a:moveTo>
                    <a:pt x="0" y="12738888"/>
                  </a:moveTo>
                  <a:lnTo>
                    <a:pt x="13700313" y="12738888"/>
                  </a:lnTo>
                  <a:lnTo>
                    <a:pt x="13700313" y="0"/>
                  </a:lnTo>
                  <a:lnTo>
                    <a:pt x="0" y="0"/>
                  </a:lnTo>
                  <a:lnTo>
                    <a:pt x="0" y="12738888"/>
                  </a:lnTo>
                  <a:close/>
                </a:path>
              </a:pathLst>
            </a:custGeom>
            <a:blipFill>
              <a:blip r:embed="rId2">
                <a:alphaModFix amt="10999"/>
              </a:blip>
              <a:stretch>
                <a:fillRect l="0" t="0" r="0" b="0"/>
              </a:stretch>
            </a:blipFill>
          </p:spPr>
        </p:sp>
        <p:sp>
          <p:nvSpPr>
            <p:cNvPr name="Freeform 4" id="4"/>
            <p:cNvSpPr/>
            <p:nvPr/>
          </p:nvSpPr>
          <p:spPr>
            <a:xfrm flipH="false" flipV="true" rot="0">
              <a:off x="21387611" y="0"/>
              <a:ext cx="13700313" cy="12738888"/>
            </a:xfrm>
            <a:custGeom>
              <a:avLst/>
              <a:gdLst/>
              <a:ahLst/>
              <a:cxnLst/>
              <a:rect r="r" b="b" t="t" l="l"/>
              <a:pathLst>
                <a:path h="12738888" w="13700313">
                  <a:moveTo>
                    <a:pt x="0" y="12738888"/>
                  </a:moveTo>
                  <a:lnTo>
                    <a:pt x="13700314" y="12738888"/>
                  </a:lnTo>
                  <a:lnTo>
                    <a:pt x="13700314" y="0"/>
                  </a:lnTo>
                  <a:lnTo>
                    <a:pt x="0" y="0"/>
                  </a:lnTo>
                  <a:lnTo>
                    <a:pt x="0" y="12738888"/>
                  </a:lnTo>
                  <a:close/>
                </a:path>
              </a:pathLst>
            </a:custGeom>
            <a:blipFill>
              <a:blip r:embed="rId2">
                <a:alphaModFix amt="10999"/>
              </a:blip>
              <a:stretch>
                <a:fillRect l="0" t="0" r="0" b="0"/>
              </a:stretch>
            </a:blipFill>
          </p:spPr>
        </p:sp>
        <p:sp>
          <p:nvSpPr>
            <p:cNvPr name="Freeform 5" id="5"/>
            <p:cNvSpPr/>
            <p:nvPr/>
          </p:nvSpPr>
          <p:spPr>
            <a:xfrm flipH="true" flipV="false" rot="0">
              <a:off x="25614703" y="9670425"/>
              <a:ext cx="13700313" cy="12738888"/>
            </a:xfrm>
            <a:custGeom>
              <a:avLst/>
              <a:gdLst/>
              <a:ahLst/>
              <a:cxnLst/>
              <a:rect r="r" b="b" t="t" l="l"/>
              <a:pathLst>
                <a:path h="12738888" w="13700313">
                  <a:moveTo>
                    <a:pt x="13700314" y="0"/>
                  </a:moveTo>
                  <a:lnTo>
                    <a:pt x="0" y="0"/>
                  </a:lnTo>
                  <a:lnTo>
                    <a:pt x="0" y="12738888"/>
                  </a:lnTo>
                  <a:lnTo>
                    <a:pt x="13700314" y="12738888"/>
                  </a:lnTo>
                  <a:lnTo>
                    <a:pt x="13700314" y="0"/>
                  </a:lnTo>
                  <a:close/>
                </a:path>
              </a:pathLst>
            </a:custGeom>
            <a:blipFill>
              <a:blip r:embed="rId2">
                <a:alphaModFix amt="10999"/>
              </a:blip>
              <a:stretch>
                <a:fillRect l="0" t="0" r="0" b="0"/>
              </a:stretch>
            </a:blipFill>
          </p:spPr>
        </p:sp>
        <p:sp>
          <p:nvSpPr>
            <p:cNvPr name="Freeform 6" id="6"/>
            <p:cNvSpPr/>
            <p:nvPr/>
          </p:nvSpPr>
          <p:spPr>
            <a:xfrm flipH="true" flipV="false" rot="0">
              <a:off x="14920898" y="10561294"/>
              <a:ext cx="13700313" cy="12738888"/>
            </a:xfrm>
            <a:custGeom>
              <a:avLst/>
              <a:gdLst/>
              <a:ahLst/>
              <a:cxnLst/>
              <a:rect r="r" b="b" t="t" l="l"/>
              <a:pathLst>
                <a:path h="12738888" w="13700313">
                  <a:moveTo>
                    <a:pt x="13700313" y="0"/>
                  </a:moveTo>
                  <a:lnTo>
                    <a:pt x="0" y="0"/>
                  </a:lnTo>
                  <a:lnTo>
                    <a:pt x="0" y="12738888"/>
                  </a:lnTo>
                  <a:lnTo>
                    <a:pt x="13700313" y="12738888"/>
                  </a:lnTo>
                  <a:lnTo>
                    <a:pt x="13700313" y="0"/>
                  </a:lnTo>
                  <a:close/>
                </a:path>
              </a:pathLst>
            </a:custGeom>
            <a:blipFill>
              <a:blip r:embed="rId2">
                <a:alphaModFix amt="10999"/>
              </a:blip>
              <a:stretch>
                <a:fillRect l="0" t="0" r="0" b="0"/>
              </a:stretch>
            </a:blipFill>
          </p:spPr>
        </p:sp>
        <p:sp>
          <p:nvSpPr>
            <p:cNvPr name="Freeform 7" id="7"/>
            <p:cNvSpPr/>
            <p:nvPr/>
          </p:nvSpPr>
          <p:spPr>
            <a:xfrm flipH="false" flipV="true" rot="0">
              <a:off x="0" y="1781739"/>
              <a:ext cx="13700313" cy="12738888"/>
            </a:xfrm>
            <a:custGeom>
              <a:avLst/>
              <a:gdLst/>
              <a:ahLst/>
              <a:cxnLst/>
              <a:rect r="r" b="b" t="t" l="l"/>
              <a:pathLst>
                <a:path h="12738888" w="13700313">
                  <a:moveTo>
                    <a:pt x="0" y="12738888"/>
                  </a:moveTo>
                  <a:lnTo>
                    <a:pt x="13700313" y="12738888"/>
                  </a:lnTo>
                  <a:lnTo>
                    <a:pt x="13700313" y="0"/>
                  </a:lnTo>
                  <a:lnTo>
                    <a:pt x="0" y="0"/>
                  </a:lnTo>
                  <a:lnTo>
                    <a:pt x="0" y="12738888"/>
                  </a:lnTo>
                  <a:close/>
                </a:path>
              </a:pathLst>
            </a:custGeom>
            <a:blipFill>
              <a:blip r:embed="rId2">
                <a:alphaModFix amt="10999"/>
              </a:blip>
              <a:stretch>
                <a:fillRect l="0" t="0" r="0" b="0"/>
              </a:stretch>
            </a:blipFill>
          </p:spPr>
        </p:sp>
        <p:sp>
          <p:nvSpPr>
            <p:cNvPr name="Freeform 8" id="8"/>
            <p:cNvSpPr/>
            <p:nvPr/>
          </p:nvSpPr>
          <p:spPr>
            <a:xfrm flipH="true" flipV="false" rot="0">
              <a:off x="4227092" y="11452163"/>
              <a:ext cx="13700313" cy="12738888"/>
            </a:xfrm>
            <a:custGeom>
              <a:avLst/>
              <a:gdLst/>
              <a:ahLst/>
              <a:cxnLst/>
              <a:rect r="r" b="b" t="t" l="l"/>
              <a:pathLst>
                <a:path h="12738888" w="13700313">
                  <a:moveTo>
                    <a:pt x="13700313" y="0"/>
                  </a:moveTo>
                  <a:lnTo>
                    <a:pt x="0" y="0"/>
                  </a:lnTo>
                  <a:lnTo>
                    <a:pt x="0" y="12738888"/>
                  </a:lnTo>
                  <a:lnTo>
                    <a:pt x="13700313" y="12738888"/>
                  </a:lnTo>
                  <a:lnTo>
                    <a:pt x="13700313" y="0"/>
                  </a:lnTo>
                  <a:close/>
                </a:path>
              </a:pathLst>
            </a:custGeom>
            <a:blipFill>
              <a:blip r:embed="rId2">
                <a:alphaModFix amt="10999"/>
              </a:blip>
              <a:stretch>
                <a:fillRect l="0" t="0" r="0" b="0"/>
              </a:stretch>
            </a:blipFill>
          </p:spPr>
        </p:sp>
      </p:grpSp>
      <p:grpSp>
        <p:nvGrpSpPr>
          <p:cNvPr name="Group 9" id="9"/>
          <p:cNvGrpSpPr/>
          <p:nvPr/>
        </p:nvGrpSpPr>
        <p:grpSpPr>
          <a:xfrm rot="0">
            <a:off x="328767" y="360263"/>
            <a:ext cx="17630466" cy="9566473"/>
            <a:chOff x="0" y="0"/>
            <a:chExt cx="23507288" cy="12755298"/>
          </a:xfrm>
        </p:grpSpPr>
        <p:grpSp>
          <p:nvGrpSpPr>
            <p:cNvPr name="Group 10" id="10"/>
            <p:cNvGrpSpPr/>
            <p:nvPr/>
          </p:nvGrpSpPr>
          <p:grpSpPr>
            <a:xfrm rot="0">
              <a:off x="0" y="7832412"/>
              <a:ext cx="63500" cy="4922886"/>
              <a:chOff x="0" y="0"/>
              <a:chExt cx="12543" cy="972422"/>
            </a:xfrm>
          </p:grpSpPr>
          <p:sp>
            <p:nvSpPr>
              <p:cNvPr name="Freeform 11" id="11"/>
              <p:cNvSpPr/>
              <p:nvPr/>
            </p:nvSpPr>
            <p:spPr>
              <a:xfrm flipH="false" flipV="false" rot="0">
                <a:off x="0" y="0"/>
                <a:ext cx="12543" cy="972422"/>
              </a:xfrm>
              <a:custGeom>
                <a:avLst/>
                <a:gdLst/>
                <a:ahLst/>
                <a:cxnLst/>
                <a:rect r="r" b="b" t="t" l="l"/>
                <a:pathLst>
                  <a:path h="972422" w="12543">
                    <a:moveTo>
                      <a:pt x="0" y="0"/>
                    </a:moveTo>
                    <a:lnTo>
                      <a:pt x="12543" y="0"/>
                    </a:lnTo>
                    <a:lnTo>
                      <a:pt x="12543" y="972422"/>
                    </a:lnTo>
                    <a:lnTo>
                      <a:pt x="0" y="972422"/>
                    </a:lnTo>
                    <a:close/>
                  </a:path>
                </a:pathLst>
              </a:custGeom>
              <a:solidFill>
                <a:srgbClr val="17415F"/>
              </a:solidFill>
            </p:spPr>
          </p:sp>
          <p:sp>
            <p:nvSpPr>
              <p:cNvPr name="TextBox 12" id="12"/>
              <p:cNvSpPr txBox="true"/>
              <p:nvPr/>
            </p:nvSpPr>
            <p:spPr>
              <a:xfrm>
                <a:off x="0" y="-38100"/>
                <a:ext cx="12543" cy="1010522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grpSp>
          <p:nvGrpSpPr>
            <p:cNvPr name="Group 13" id="13"/>
            <p:cNvGrpSpPr/>
            <p:nvPr/>
          </p:nvGrpSpPr>
          <p:grpSpPr>
            <a:xfrm rot="-5400000">
              <a:off x="6920832" y="5834466"/>
              <a:ext cx="63500" cy="13778164"/>
              <a:chOff x="0" y="0"/>
              <a:chExt cx="12543" cy="2721613"/>
            </a:xfrm>
          </p:grpSpPr>
          <p:sp>
            <p:nvSpPr>
              <p:cNvPr name="Freeform 14" id="14"/>
              <p:cNvSpPr/>
              <p:nvPr/>
            </p:nvSpPr>
            <p:spPr>
              <a:xfrm flipH="false" flipV="false" rot="0">
                <a:off x="0" y="0"/>
                <a:ext cx="12543" cy="2721613"/>
              </a:xfrm>
              <a:custGeom>
                <a:avLst/>
                <a:gdLst/>
                <a:ahLst/>
                <a:cxnLst/>
                <a:rect r="r" b="b" t="t" l="l"/>
                <a:pathLst>
                  <a:path h="2721613" w="12543">
                    <a:moveTo>
                      <a:pt x="0" y="0"/>
                    </a:moveTo>
                    <a:lnTo>
                      <a:pt x="12543" y="0"/>
                    </a:lnTo>
                    <a:lnTo>
                      <a:pt x="12543" y="2721613"/>
                    </a:lnTo>
                    <a:lnTo>
                      <a:pt x="0" y="2721613"/>
                    </a:lnTo>
                    <a:close/>
                  </a:path>
                </a:pathLst>
              </a:custGeom>
              <a:solidFill>
                <a:srgbClr val="17415F"/>
              </a:solidFill>
            </p:spPr>
          </p:sp>
          <p:sp>
            <p:nvSpPr>
              <p:cNvPr name="TextBox 15" id="15"/>
              <p:cNvSpPr txBox="true"/>
              <p:nvPr/>
            </p:nvSpPr>
            <p:spPr>
              <a:xfrm>
                <a:off x="0" y="-38100"/>
                <a:ext cx="12543" cy="2759713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grpSp>
          <p:nvGrpSpPr>
            <p:cNvPr name="Group 16" id="16"/>
            <p:cNvGrpSpPr/>
            <p:nvPr/>
          </p:nvGrpSpPr>
          <p:grpSpPr>
            <a:xfrm rot="-10800000">
              <a:off x="23443788" y="0"/>
              <a:ext cx="63500" cy="4922886"/>
              <a:chOff x="0" y="0"/>
              <a:chExt cx="12543" cy="972422"/>
            </a:xfrm>
          </p:grpSpPr>
          <p:sp>
            <p:nvSpPr>
              <p:cNvPr name="Freeform 17" id="17"/>
              <p:cNvSpPr/>
              <p:nvPr/>
            </p:nvSpPr>
            <p:spPr>
              <a:xfrm flipH="false" flipV="false" rot="0">
                <a:off x="0" y="0"/>
                <a:ext cx="12543" cy="972422"/>
              </a:xfrm>
              <a:custGeom>
                <a:avLst/>
                <a:gdLst/>
                <a:ahLst/>
                <a:cxnLst/>
                <a:rect r="r" b="b" t="t" l="l"/>
                <a:pathLst>
                  <a:path h="972422" w="12543">
                    <a:moveTo>
                      <a:pt x="0" y="0"/>
                    </a:moveTo>
                    <a:lnTo>
                      <a:pt x="12543" y="0"/>
                    </a:lnTo>
                    <a:lnTo>
                      <a:pt x="12543" y="972422"/>
                    </a:lnTo>
                    <a:lnTo>
                      <a:pt x="0" y="972422"/>
                    </a:lnTo>
                    <a:close/>
                  </a:path>
                </a:pathLst>
              </a:custGeom>
              <a:solidFill>
                <a:srgbClr val="17415F"/>
              </a:solidFill>
            </p:spPr>
          </p:sp>
          <p:sp>
            <p:nvSpPr>
              <p:cNvPr name="TextBox 18" id="18"/>
              <p:cNvSpPr txBox="true"/>
              <p:nvPr/>
            </p:nvSpPr>
            <p:spPr>
              <a:xfrm>
                <a:off x="0" y="-38100"/>
                <a:ext cx="12543" cy="1010522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grpSp>
          <p:nvGrpSpPr>
            <p:cNvPr name="Group 19" id="19"/>
            <p:cNvGrpSpPr/>
            <p:nvPr/>
          </p:nvGrpSpPr>
          <p:grpSpPr>
            <a:xfrm rot="5400000">
              <a:off x="16522956" y="-6857332"/>
              <a:ext cx="63500" cy="13778164"/>
              <a:chOff x="0" y="0"/>
              <a:chExt cx="12543" cy="2721613"/>
            </a:xfrm>
          </p:grpSpPr>
          <p:sp>
            <p:nvSpPr>
              <p:cNvPr name="Freeform 20" id="20"/>
              <p:cNvSpPr/>
              <p:nvPr/>
            </p:nvSpPr>
            <p:spPr>
              <a:xfrm flipH="false" flipV="false" rot="0">
                <a:off x="0" y="0"/>
                <a:ext cx="12543" cy="2721613"/>
              </a:xfrm>
              <a:custGeom>
                <a:avLst/>
                <a:gdLst/>
                <a:ahLst/>
                <a:cxnLst/>
                <a:rect r="r" b="b" t="t" l="l"/>
                <a:pathLst>
                  <a:path h="2721613" w="12543">
                    <a:moveTo>
                      <a:pt x="0" y="0"/>
                    </a:moveTo>
                    <a:lnTo>
                      <a:pt x="12543" y="0"/>
                    </a:lnTo>
                    <a:lnTo>
                      <a:pt x="12543" y="2721613"/>
                    </a:lnTo>
                    <a:lnTo>
                      <a:pt x="0" y="2721613"/>
                    </a:lnTo>
                    <a:close/>
                  </a:path>
                </a:pathLst>
              </a:custGeom>
              <a:solidFill>
                <a:srgbClr val="17415F"/>
              </a:solidFill>
            </p:spPr>
          </p:sp>
          <p:sp>
            <p:nvSpPr>
              <p:cNvPr name="TextBox 21" id="21"/>
              <p:cNvSpPr txBox="true"/>
              <p:nvPr/>
            </p:nvSpPr>
            <p:spPr>
              <a:xfrm>
                <a:off x="0" y="-38100"/>
                <a:ext cx="12543" cy="2759713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grpSp>
          <p:nvGrpSpPr>
            <p:cNvPr name="Group 22" id="22"/>
            <p:cNvGrpSpPr/>
            <p:nvPr/>
          </p:nvGrpSpPr>
          <p:grpSpPr>
            <a:xfrm rot="-10800000">
              <a:off x="22957231" y="413305"/>
              <a:ext cx="63500" cy="1669468"/>
              <a:chOff x="0" y="0"/>
              <a:chExt cx="12543" cy="329771"/>
            </a:xfrm>
          </p:grpSpPr>
          <p:sp>
            <p:nvSpPr>
              <p:cNvPr name="Freeform 23" id="23"/>
              <p:cNvSpPr/>
              <p:nvPr/>
            </p:nvSpPr>
            <p:spPr>
              <a:xfrm flipH="false" flipV="false" rot="0">
                <a:off x="0" y="0"/>
                <a:ext cx="12543" cy="329771"/>
              </a:xfrm>
              <a:custGeom>
                <a:avLst/>
                <a:gdLst/>
                <a:ahLst/>
                <a:cxnLst/>
                <a:rect r="r" b="b" t="t" l="l"/>
                <a:pathLst>
                  <a:path h="329771" w="12543">
                    <a:moveTo>
                      <a:pt x="0" y="0"/>
                    </a:moveTo>
                    <a:lnTo>
                      <a:pt x="12543" y="0"/>
                    </a:lnTo>
                    <a:lnTo>
                      <a:pt x="12543" y="329771"/>
                    </a:lnTo>
                    <a:lnTo>
                      <a:pt x="0" y="329771"/>
                    </a:lnTo>
                    <a:close/>
                  </a:path>
                </a:pathLst>
              </a:custGeom>
              <a:solidFill>
                <a:srgbClr val="17415F"/>
              </a:solidFill>
            </p:spPr>
          </p:sp>
          <p:sp>
            <p:nvSpPr>
              <p:cNvPr name="TextBox 24" id="24"/>
              <p:cNvSpPr txBox="true"/>
              <p:nvPr/>
            </p:nvSpPr>
            <p:spPr>
              <a:xfrm>
                <a:off x="0" y="-38100"/>
                <a:ext cx="12543" cy="367871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grpSp>
          <p:nvGrpSpPr>
            <p:cNvPr name="Group 25" id="25"/>
            <p:cNvGrpSpPr/>
            <p:nvPr/>
          </p:nvGrpSpPr>
          <p:grpSpPr>
            <a:xfrm rot="5400000">
              <a:off x="20138971" y="-2378926"/>
              <a:ext cx="63500" cy="5647961"/>
              <a:chOff x="0" y="0"/>
              <a:chExt cx="12543" cy="1115647"/>
            </a:xfrm>
          </p:grpSpPr>
          <p:sp>
            <p:nvSpPr>
              <p:cNvPr name="Freeform 26" id="26"/>
              <p:cNvSpPr/>
              <p:nvPr/>
            </p:nvSpPr>
            <p:spPr>
              <a:xfrm flipH="false" flipV="false" rot="0">
                <a:off x="0" y="0"/>
                <a:ext cx="12543" cy="1115647"/>
              </a:xfrm>
              <a:custGeom>
                <a:avLst/>
                <a:gdLst/>
                <a:ahLst/>
                <a:cxnLst/>
                <a:rect r="r" b="b" t="t" l="l"/>
                <a:pathLst>
                  <a:path h="1115647" w="12543">
                    <a:moveTo>
                      <a:pt x="0" y="0"/>
                    </a:moveTo>
                    <a:lnTo>
                      <a:pt x="12543" y="0"/>
                    </a:lnTo>
                    <a:lnTo>
                      <a:pt x="12543" y="1115647"/>
                    </a:lnTo>
                    <a:lnTo>
                      <a:pt x="0" y="1115647"/>
                    </a:lnTo>
                    <a:close/>
                  </a:path>
                </a:pathLst>
              </a:custGeom>
              <a:solidFill>
                <a:srgbClr val="17415F"/>
              </a:solidFill>
            </p:spPr>
          </p:sp>
          <p:sp>
            <p:nvSpPr>
              <p:cNvPr name="TextBox 27" id="27"/>
              <p:cNvSpPr txBox="true"/>
              <p:nvPr/>
            </p:nvSpPr>
            <p:spPr>
              <a:xfrm>
                <a:off x="0" y="-38100"/>
                <a:ext cx="12543" cy="1153747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grpSp>
          <p:nvGrpSpPr>
            <p:cNvPr name="Group 28" id="28"/>
            <p:cNvGrpSpPr/>
            <p:nvPr/>
          </p:nvGrpSpPr>
          <p:grpSpPr>
            <a:xfrm rot="0">
              <a:off x="486556" y="10672525"/>
              <a:ext cx="63500" cy="1669468"/>
              <a:chOff x="0" y="0"/>
              <a:chExt cx="12543" cy="329771"/>
            </a:xfrm>
          </p:grpSpPr>
          <p:sp>
            <p:nvSpPr>
              <p:cNvPr name="Freeform 29" id="29"/>
              <p:cNvSpPr/>
              <p:nvPr/>
            </p:nvSpPr>
            <p:spPr>
              <a:xfrm flipH="false" flipV="false" rot="0">
                <a:off x="0" y="0"/>
                <a:ext cx="12543" cy="329771"/>
              </a:xfrm>
              <a:custGeom>
                <a:avLst/>
                <a:gdLst/>
                <a:ahLst/>
                <a:cxnLst/>
                <a:rect r="r" b="b" t="t" l="l"/>
                <a:pathLst>
                  <a:path h="329771" w="12543">
                    <a:moveTo>
                      <a:pt x="0" y="0"/>
                    </a:moveTo>
                    <a:lnTo>
                      <a:pt x="12543" y="0"/>
                    </a:lnTo>
                    <a:lnTo>
                      <a:pt x="12543" y="329771"/>
                    </a:lnTo>
                    <a:lnTo>
                      <a:pt x="0" y="329771"/>
                    </a:lnTo>
                    <a:close/>
                  </a:path>
                </a:pathLst>
              </a:custGeom>
              <a:solidFill>
                <a:srgbClr val="17415F"/>
              </a:solidFill>
            </p:spPr>
          </p:sp>
          <p:sp>
            <p:nvSpPr>
              <p:cNvPr name="TextBox 30" id="30"/>
              <p:cNvSpPr txBox="true"/>
              <p:nvPr/>
            </p:nvSpPr>
            <p:spPr>
              <a:xfrm>
                <a:off x="0" y="-38100"/>
                <a:ext cx="12543" cy="367871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grpSp>
          <p:nvGrpSpPr>
            <p:cNvPr name="Group 31" id="31"/>
            <p:cNvGrpSpPr/>
            <p:nvPr/>
          </p:nvGrpSpPr>
          <p:grpSpPr>
            <a:xfrm rot="-5400000">
              <a:off x="3304817" y="9486262"/>
              <a:ext cx="63500" cy="5647961"/>
              <a:chOff x="0" y="0"/>
              <a:chExt cx="12543" cy="1115647"/>
            </a:xfrm>
          </p:grpSpPr>
          <p:sp>
            <p:nvSpPr>
              <p:cNvPr name="Freeform 32" id="32"/>
              <p:cNvSpPr/>
              <p:nvPr/>
            </p:nvSpPr>
            <p:spPr>
              <a:xfrm flipH="false" flipV="false" rot="0">
                <a:off x="0" y="0"/>
                <a:ext cx="12543" cy="1115647"/>
              </a:xfrm>
              <a:custGeom>
                <a:avLst/>
                <a:gdLst/>
                <a:ahLst/>
                <a:cxnLst/>
                <a:rect r="r" b="b" t="t" l="l"/>
                <a:pathLst>
                  <a:path h="1115647" w="12543">
                    <a:moveTo>
                      <a:pt x="0" y="0"/>
                    </a:moveTo>
                    <a:lnTo>
                      <a:pt x="12543" y="0"/>
                    </a:lnTo>
                    <a:lnTo>
                      <a:pt x="12543" y="1115647"/>
                    </a:lnTo>
                    <a:lnTo>
                      <a:pt x="0" y="1115647"/>
                    </a:lnTo>
                    <a:close/>
                  </a:path>
                </a:pathLst>
              </a:custGeom>
              <a:solidFill>
                <a:srgbClr val="17415F"/>
              </a:solidFill>
            </p:spPr>
          </p:sp>
          <p:sp>
            <p:nvSpPr>
              <p:cNvPr name="TextBox 33" id="33"/>
              <p:cNvSpPr txBox="true"/>
              <p:nvPr/>
            </p:nvSpPr>
            <p:spPr>
              <a:xfrm>
                <a:off x="0" y="-38100"/>
                <a:ext cx="12543" cy="1153747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</p:grpSp>
      <p:grpSp>
        <p:nvGrpSpPr>
          <p:cNvPr name="Group 34" id="34"/>
          <p:cNvGrpSpPr/>
          <p:nvPr/>
        </p:nvGrpSpPr>
        <p:grpSpPr>
          <a:xfrm rot="0">
            <a:off x="13955824" y="6587618"/>
            <a:ext cx="6666800" cy="4085592"/>
            <a:chOff x="0" y="0"/>
            <a:chExt cx="8889067" cy="5447455"/>
          </a:xfrm>
        </p:grpSpPr>
        <p:grpSp>
          <p:nvGrpSpPr>
            <p:cNvPr name="Group 35" id="35"/>
            <p:cNvGrpSpPr/>
            <p:nvPr/>
          </p:nvGrpSpPr>
          <p:grpSpPr>
            <a:xfrm rot="-10800000">
              <a:off x="2663403" y="0"/>
              <a:ext cx="6225663" cy="5447455"/>
              <a:chOff x="0" y="0"/>
              <a:chExt cx="812800" cy="711200"/>
            </a:xfrm>
          </p:grpSpPr>
          <p:sp>
            <p:nvSpPr>
              <p:cNvPr name="Freeform 36" id="36"/>
              <p:cNvSpPr/>
              <p:nvPr/>
            </p:nvSpPr>
            <p:spPr>
              <a:xfrm flipH="false" flipV="false" rot="0">
                <a:off x="0" y="0"/>
                <a:ext cx="812800" cy="711200"/>
              </a:xfrm>
              <a:custGeom>
                <a:avLst/>
                <a:gdLst/>
                <a:ahLst/>
                <a:cxnLst/>
                <a:rect r="r" b="b" t="t" l="l"/>
                <a:pathLst>
                  <a:path h="711200" w="812800">
                    <a:moveTo>
                      <a:pt x="406400" y="711200"/>
                    </a:moveTo>
                    <a:lnTo>
                      <a:pt x="812800" y="0"/>
                    </a:lnTo>
                    <a:lnTo>
                      <a:pt x="0" y="0"/>
                    </a:lnTo>
                    <a:lnTo>
                      <a:pt x="406400" y="711200"/>
                    </a:lnTo>
                    <a:close/>
                  </a:path>
                </a:pathLst>
              </a:custGeom>
              <a:solidFill>
                <a:srgbClr val="6B7A8C"/>
              </a:solidFill>
            </p:spPr>
          </p:sp>
          <p:sp>
            <p:nvSpPr>
              <p:cNvPr name="TextBox 37" id="37"/>
              <p:cNvSpPr txBox="true"/>
              <p:nvPr/>
            </p:nvSpPr>
            <p:spPr>
              <a:xfrm>
                <a:off x="127000" y="12700"/>
                <a:ext cx="558800" cy="36830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grpSp>
          <p:nvGrpSpPr>
            <p:cNvPr name="Group 38" id="38"/>
            <p:cNvGrpSpPr/>
            <p:nvPr/>
          </p:nvGrpSpPr>
          <p:grpSpPr>
            <a:xfrm rot="-10800000">
              <a:off x="0" y="3821268"/>
              <a:ext cx="5776235" cy="1261779"/>
              <a:chOff x="0" y="0"/>
              <a:chExt cx="1140985" cy="249240"/>
            </a:xfrm>
          </p:grpSpPr>
          <p:sp>
            <p:nvSpPr>
              <p:cNvPr name="Freeform 39" id="39"/>
              <p:cNvSpPr/>
              <p:nvPr/>
            </p:nvSpPr>
            <p:spPr>
              <a:xfrm flipH="false" flipV="false" rot="0">
                <a:off x="0" y="0"/>
                <a:ext cx="1140985" cy="249240"/>
              </a:xfrm>
              <a:custGeom>
                <a:avLst/>
                <a:gdLst/>
                <a:ahLst/>
                <a:cxnLst/>
                <a:rect r="r" b="b" t="t" l="l"/>
                <a:pathLst>
                  <a:path h="249240" w="1140985">
                    <a:moveTo>
                      <a:pt x="203200" y="0"/>
                    </a:moveTo>
                    <a:lnTo>
                      <a:pt x="1140985" y="0"/>
                    </a:lnTo>
                    <a:lnTo>
                      <a:pt x="937785" y="249240"/>
                    </a:lnTo>
                    <a:lnTo>
                      <a:pt x="0" y="249240"/>
                    </a:lnTo>
                    <a:lnTo>
                      <a:pt x="203200" y="0"/>
                    </a:lnTo>
                    <a:close/>
                  </a:path>
                </a:pathLst>
              </a:custGeom>
              <a:solidFill>
                <a:srgbClr val="88A5C4"/>
              </a:solidFill>
            </p:spPr>
          </p:sp>
          <p:sp>
            <p:nvSpPr>
              <p:cNvPr name="TextBox 40" id="40"/>
              <p:cNvSpPr txBox="true"/>
              <p:nvPr/>
            </p:nvSpPr>
            <p:spPr>
              <a:xfrm>
                <a:off x="101600" y="-38100"/>
                <a:ext cx="937785" cy="28734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</p:grpSp>
      <p:grpSp>
        <p:nvGrpSpPr>
          <p:cNvPr name="Group 41" id="41"/>
          <p:cNvGrpSpPr/>
          <p:nvPr/>
        </p:nvGrpSpPr>
        <p:grpSpPr>
          <a:xfrm rot="-10800000">
            <a:off x="-2304700" y="-378866"/>
            <a:ext cx="6666800" cy="4085592"/>
            <a:chOff x="0" y="0"/>
            <a:chExt cx="8889067" cy="5447455"/>
          </a:xfrm>
        </p:grpSpPr>
        <p:grpSp>
          <p:nvGrpSpPr>
            <p:cNvPr name="Group 42" id="42"/>
            <p:cNvGrpSpPr/>
            <p:nvPr/>
          </p:nvGrpSpPr>
          <p:grpSpPr>
            <a:xfrm rot="-10800000">
              <a:off x="2663403" y="0"/>
              <a:ext cx="6225663" cy="5447455"/>
              <a:chOff x="0" y="0"/>
              <a:chExt cx="812800" cy="711200"/>
            </a:xfrm>
          </p:grpSpPr>
          <p:sp>
            <p:nvSpPr>
              <p:cNvPr name="Freeform 43" id="43"/>
              <p:cNvSpPr/>
              <p:nvPr/>
            </p:nvSpPr>
            <p:spPr>
              <a:xfrm flipH="false" flipV="false" rot="0">
                <a:off x="0" y="0"/>
                <a:ext cx="812800" cy="711200"/>
              </a:xfrm>
              <a:custGeom>
                <a:avLst/>
                <a:gdLst/>
                <a:ahLst/>
                <a:cxnLst/>
                <a:rect r="r" b="b" t="t" l="l"/>
                <a:pathLst>
                  <a:path h="711200" w="812800">
                    <a:moveTo>
                      <a:pt x="406400" y="711200"/>
                    </a:moveTo>
                    <a:lnTo>
                      <a:pt x="812800" y="0"/>
                    </a:lnTo>
                    <a:lnTo>
                      <a:pt x="0" y="0"/>
                    </a:lnTo>
                    <a:lnTo>
                      <a:pt x="406400" y="711200"/>
                    </a:lnTo>
                    <a:close/>
                  </a:path>
                </a:pathLst>
              </a:custGeom>
              <a:solidFill>
                <a:srgbClr val="6B7A8C"/>
              </a:solidFill>
            </p:spPr>
          </p:sp>
          <p:sp>
            <p:nvSpPr>
              <p:cNvPr name="TextBox 44" id="44"/>
              <p:cNvSpPr txBox="true"/>
              <p:nvPr/>
            </p:nvSpPr>
            <p:spPr>
              <a:xfrm>
                <a:off x="127000" y="12700"/>
                <a:ext cx="558800" cy="36830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grpSp>
          <p:nvGrpSpPr>
            <p:cNvPr name="Group 45" id="45"/>
            <p:cNvGrpSpPr/>
            <p:nvPr/>
          </p:nvGrpSpPr>
          <p:grpSpPr>
            <a:xfrm rot="-10800000">
              <a:off x="0" y="3821268"/>
              <a:ext cx="5776235" cy="1261779"/>
              <a:chOff x="0" y="0"/>
              <a:chExt cx="1140985" cy="249240"/>
            </a:xfrm>
          </p:grpSpPr>
          <p:sp>
            <p:nvSpPr>
              <p:cNvPr name="Freeform 46" id="46"/>
              <p:cNvSpPr/>
              <p:nvPr/>
            </p:nvSpPr>
            <p:spPr>
              <a:xfrm flipH="false" flipV="false" rot="0">
                <a:off x="0" y="0"/>
                <a:ext cx="1140985" cy="249240"/>
              </a:xfrm>
              <a:custGeom>
                <a:avLst/>
                <a:gdLst/>
                <a:ahLst/>
                <a:cxnLst/>
                <a:rect r="r" b="b" t="t" l="l"/>
                <a:pathLst>
                  <a:path h="249240" w="1140985">
                    <a:moveTo>
                      <a:pt x="203200" y="0"/>
                    </a:moveTo>
                    <a:lnTo>
                      <a:pt x="1140985" y="0"/>
                    </a:lnTo>
                    <a:lnTo>
                      <a:pt x="937785" y="249240"/>
                    </a:lnTo>
                    <a:lnTo>
                      <a:pt x="0" y="249240"/>
                    </a:lnTo>
                    <a:lnTo>
                      <a:pt x="203200" y="0"/>
                    </a:lnTo>
                    <a:close/>
                  </a:path>
                </a:pathLst>
              </a:custGeom>
              <a:solidFill>
                <a:srgbClr val="88A5C4"/>
              </a:solidFill>
            </p:spPr>
          </p:sp>
          <p:sp>
            <p:nvSpPr>
              <p:cNvPr name="TextBox 47" id="47"/>
              <p:cNvSpPr txBox="true"/>
              <p:nvPr/>
            </p:nvSpPr>
            <p:spPr>
              <a:xfrm>
                <a:off x="101600" y="-38100"/>
                <a:ext cx="937785" cy="28734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grpSp>
          <p:nvGrpSpPr>
            <p:cNvPr name="Group 48" id="48"/>
            <p:cNvGrpSpPr/>
            <p:nvPr/>
          </p:nvGrpSpPr>
          <p:grpSpPr>
            <a:xfrm rot="-10800000">
              <a:off x="3094536" y="2203713"/>
              <a:ext cx="1551081" cy="1357196"/>
              <a:chOff x="0" y="0"/>
              <a:chExt cx="812800" cy="711200"/>
            </a:xfrm>
          </p:grpSpPr>
          <p:sp>
            <p:nvSpPr>
              <p:cNvPr name="Freeform 49" id="49"/>
              <p:cNvSpPr/>
              <p:nvPr/>
            </p:nvSpPr>
            <p:spPr>
              <a:xfrm flipH="false" flipV="false" rot="0">
                <a:off x="0" y="0"/>
                <a:ext cx="812800" cy="711200"/>
              </a:xfrm>
              <a:custGeom>
                <a:avLst/>
                <a:gdLst/>
                <a:ahLst/>
                <a:cxnLst/>
                <a:rect r="r" b="b" t="t" l="l"/>
                <a:pathLst>
                  <a:path h="711200" w="812800">
                    <a:moveTo>
                      <a:pt x="406400" y="711200"/>
                    </a:moveTo>
                    <a:lnTo>
                      <a:pt x="812800" y="0"/>
                    </a:lnTo>
                    <a:lnTo>
                      <a:pt x="0" y="0"/>
                    </a:lnTo>
                    <a:lnTo>
                      <a:pt x="406400" y="711200"/>
                    </a:lnTo>
                    <a:close/>
                  </a:path>
                </a:pathLst>
              </a:custGeom>
              <a:solidFill>
                <a:srgbClr val="A5B4C7"/>
              </a:solidFill>
            </p:spPr>
          </p:sp>
          <p:sp>
            <p:nvSpPr>
              <p:cNvPr name="TextBox 50" id="50"/>
              <p:cNvSpPr txBox="true"/>
              <p:nvPr/>
            </p:nvSpPr>
            <p:spPr>
              <a:xfrm>
                <a:off x="127000" y="12700"/>
                <a:ext cx="558800" cy="36830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</p:grpSp>
      <p:sp>
        <p:nvSpPr>
          <p:cNvPr name="Freeform 51" id="51"/>
          <p:cNvSpPr/>
          <p:nvPr/>
        </p:nvSpPr>
        <p:spPr>
          <a:xfrm flipH="false" flipV="false" rot="0">
            <a:off x="1028700" y="5031311"/>
            <a:ext cx="5412184" cy="3599103"/>
          </a:xfrm>
          <a:custGeom>
            <a:avLst/>
            <a:gdLst/>
            <a:ahLst/>
            <a:cxnLst/>
            <a:rect r="r" b="b" t="t" l="l"/>
            <a:pathLst>
              <a:path h="3599103" w="5412184">
                <a:moveTo>
                  <a:pt x="0" y="0"/>
                </a:moveTo>
                <a:lnTo>
                  <a:pt x="5412184" y="0"/>
                </a:lnTo>
                <a:lnTo>
                  <a:pt x="5412184" y="3599103"/>
                </a:lnTo>
                <a:lnTo>
                  <a:pt x="0" y="3599103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2" id="52"/>
          <p:cNvSpPr/>
          <p:nvPr/>
        </p:nvSpPr>
        <p:spPr>
          <a:xfrm flipH="false" flipV="false" rot="0">
            <a:off x="6464855" y="5031311"/>
            <a:ext cx="5412184" cy="3599103"/>
          </a:xfrm>
          <a:custGeom>
            <a:avLst/>
            <a:gdLst/>
            <a:ahLst/>
            <a:cxnLst/>
            <a:rect r="r" b="b" t="t" l="l"/>
            <a:pathLst>
              <a:path h="3599103" w="5412184">
                <a:moveTo>
                  <a:pt x="0" y="0"/>
                </a:moveTo>
                <a:lnTo>
                  <a:pt x="5412184" y="0"/>
                </a:lnTo>
                <a:lnTo>
                  <a:pt x="5412184" y="3599103"/>
                </a:lnTo>
                <a:lnTo>
                  <a:pt x="0" y="3599103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3" id="53"/>
          <p:cNvSpPr/>
          <p:nvPr/>
        </p:nvSpPr>
        <p:spPr>
          <a:xfrm flipH="false" flipV="false" rot="0">
            <a:off x="11877039" y="5031311"/>
            <a:ext cx="5412184" cy="3599103"/>
          </a:xfrm>
          <a:custGeom>
            <a:avLst/>
            <a:gdLst/>
            <a:ahLst/>
            <a:cxnLst/>
            <a:rect r="r" b="b" t="t" l="l"/>
            <a:pathLst>
              <a:path h="3599103" w="5412184">
                <a:moveTo>
                  <a:pt x="0" y="0"/>
                </a:moveTo>
                <a:lnTo>
                  <a:pt x="5412185" y="0"/>
                </a:lnTo>
                <a:lnTo>
                  <a:pt x="5412185" y="3599103"/>
                </a:lnTo>
                <a:lnTo>
                  <a:pt x="0" y="3599103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4" id="54"/>
          <p:cNvSpPr/>
          <p:nvPr/>
        </p:nvSpPr>
        <p:spPr>
          <a:xfrm flipH="false" flipV="false" rot="0">
            <a:off x="1028700" y="5031311"/>
            <a:ext cx="817216" cy="817216"/>
          </a:xfrm>
          <a:custGeom>
            <a:avLst/>
            <a:gdLst/>
            <a:ahLst/>
            <a:cxnLst/>
            <a:rect r="r" b="b" t="t" l="l"/>
            <a:pathLst>
              <a:path h="817216" w="817216">
                <a:moveTo>
                  <a:pt x="0" y="0"/>
                </a:moveTo>
                <a:lnTo>
                  <a:pt x="817216" y="0"/>
                </a:lnTo>
                <a:lnTo>
                  <a:pt x="817216" y="817216"/>
                </a:lnTo>
                <a:lnTo>
                  <a:pt x="0" y="817216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5" id="55"/>
          <p:cNvSpPr/>
          <p:nvPr/>
        </p:nvSpPr>
        <p:spPr>
          <a:xfrm flipH="false" flipV="false" rot="0">
            <a:off x="1678968" y="5964495"/>
            <a:ext cx="849858" cy="849858"/>
          </a:xfrm>
          <a:custGeom>
            <a:avLst/>
            <a:gdLst/>
            <a:ahLst/>
            <a:cxnLst/>
            <a:rect r="r" b="b" t="t" l="l"/>
            <a:pathLst>
              <a:path h="849858" w="849858">
                <a:moveTo>
                  <a:pt x="0" y="0"/>
                </a:moveTo>
                <a:lnTo>
                  <a:pt x="849858" y="0"/>
                </a:lnTo>
                <a:lnTo>
                  <a:pt x="849858" y="849858"/>
                </a:lnTo>
                <a:lnTo>
                  <a:pt x="0" y="849858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6" id="56"/>
          <p:cNvSpPr/>
          <p:nvPr/>
        </p:nvSpPr>
        <p:spPr>
          <a:xfrm flipH="false" flipV="false" rot="0">
            <a:off x="1028700" y="6840404"/>
            <a:ext cx="880059" cy="880059"/>
          </a:xfrm>
          <a:custGeom>
            <a:avLst/>
            <a:gdLst/>
            <a:ahLst/>
            <a:cxnLst/>
            <a:rect r="r" b="b" t="t" l="l"/>
            <a:pathLst>
              <a:path h="880059" w="880059">
                <a:moveTo>
                  <a:pt x="0" y="0"/>
                </a:moveTo>
                <a:lnTo>
                  <a:pt x="880059" y="0"/>
                </a:lnTo>
                <a:lnTo>
                  <a:pt x="880059" y="880059"/>
                </a:lnTo>
                <a:lnTo>
                  <a:pt x="0" y="880059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7" id="57"/>
          <p:cNvSpPr/>
          <p:nvPr/>
        </p:nvSpPr>
        <p:spPr>
          <a:xfrm flipH="false" flipV="false" rot="0">
            <a:off x="1674089" y="7798373"/>
            <a:ext cx="854737" cy="854737"/>
          </a:xfrm>
          <a:custGeom>
            <a:avLst/>
            <a:gdLst/>
            <a:ahLst/>
            <a:cxnLst/>
            <a:rect r="r" b="b" t="t" l="l"/>
            <a:pathLst>
              <a:path h="854737" w="854737">
                <a:moveTo>
                  <a:pt x="0" y="0"/>
                </a:moveTo>
                <a:lnTo>
                  <a:pt x="854737" y="0"/>
                </a:lnTo>
                <a:lnTo>
                  <a:pt x="854737" y="854737"/>
                </a:lnTo>
                <a:lnTo>
                  <a:pt x="0" y="854737"/>
                </a:lnTo>
                <a:lnTo>
                  <a:pt x="0" y="0"/>
                </a:lnTo>
                <a:close/>
              </a:path>
            </a:pathLst>
          </a:custGeom>
          <a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8" id="58"/>
          <p:cNvSpPr/>
          <p:nvPr/>
        </p:nvSpPr>
        <p:spPr>
          <a:xfrm flipH="false" flipV="false" rot="0">
            <a:off x="6440884" y="5003454"/>
            <a:ext cx="817216" cy="817216"/>
          </a:xfrm>
          <a:custGeom>
            <a:avLst/>
            <a:gdLst/>
            <a:ahLst/>
            <a:cxnLst/>
            <a:rect r="r" b="b" t="t" l="l"/>
            <a:pathLst>
              <a:path h="817216" w="817216">
                <a:moveTo>
                  <a:pt x="0" y="0"/>
                </a:moveTo>
                <a:lnTo>
                  <a:pt x="817216" y="0"/>
                </a:lnTo>
                <a:lnTo>
                  <a:pt x="817216" y="817216"/>
                </a:lnTo>
                <a:lnTo>
                  <a:pt x="0" y="817216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9" id="59"/>
          <p:cNvSpPr/>
          <p:nvPr/>
        </p:nvSpPr>
        <p:spPr>
          <a:xfrm flipH="false" flipV="false" rot="0">
            <a:off x="7091152" y="5936637"/>
            <a:ext cx="849858" cy="849858"/>
          </a:xfrm>
          <a:custGeom>
            <a:avLst/>
            <a:gdLst/>
            <a:ahLst/>
            <a:cxnLst/>
            <a:rect r="r" b="b" t="t" l="l"/>
            <a:pathLst>
              <a:path h="849858" w="849858">
                <a:moveTo>
                  <a:pt x="0" y="0"/>
                </a:moveTo>
                <a:lnTo>
                  <a:pt x="849858" y="0"/>
                </a:lnTo>
                <a:lnTo>
                  <a:pt x="849858" y="849858"/>
                </a:lnTo>
                <a:lnTo>
                  <a:pt x="0" y="849858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60" id="60"/>
          <p:cNvSpPr/>
          <p:nvPr/>
        </p:nvSpPr>
        <p:spPr>
          <a:xfrm flipH="false" flipV="false" rot="0">
            <a:off x="6440884" y="6812546"/>
            <a:ext cx="880059" cy="880059"/>
          </a:xfrm>
          <a:custGeom>
            <a:avLst/>
            <a:gdLst/>
            <a:ahLst/>
            <a:cxnLst/>
            <a:rect r="r" b="b" t="t" l="l"/>
            <a:pathLst>
              <a:path h="880059" w="880059">
                <a:moveTo>
                  <a:pt x="0" y="0"/>
                </a:moveTo>
                <a:lnTo>
                  <a:pt x="880059" y="0"/>
                </a:lnTo>
                <a:lnTo>
                  <a:pt x="880059" y="880059"/>
                </a:lnTo>
                <a:lnTo>
                  <a:pt x="0" y="880059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61" id="61"/>
          <p:cNvSpPr/>
          <p:nvPr/>
        </p:nvSpPr>
        <p:spPr>
          <a:xfrm flipH="false" flipV="false" rot="0">
            <a:off x="7086273" y="7770515"/>
            <a:ext cx="854737" cy="854737"/>
          </a:xfrm>
          <a:custGeom>
            <a:avLst/>
            <a:gdLst/>
            <a:ahLst/>
            <a:cxnLst/>
            <a:rect r="r" b="b" t="t" l="l"/>
            <a:pathLst>
              <a:path h="854737" w="854737">
                <a:moveTo>
                  <a:pt x="0" y="0"/>
                </a:moveTo>
                <a:lnTo>
                  <a:pt x="854737" y="0"/>
                </a:lnTo>
                <a:lnTo>
                  <a:pt x="854737" y="854738"/>
                </a:lnTo>
                <a:lnTo>
                  <a:pt x="0" y="854738"/>
                </a:lnTo>
                <a:lnTo>
                  <a:pt x="0" y="0"/>
                </a:lnTo>
                <a:close/>
              </a:path>
            </a:pathLst>
          </a:custGeom>
          <a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62" id="62"/>
          <p:cNvSpPr/>
          <p:nvPr/>
        </p:nvSpPr>
        <p:spPr>
          <a:xfrm flipH="false" flipV="false" rot="0">
            <a:off x="11855785" y="5031311"/>
            <a:ext cx="817216" cy="817216"/>
          </a:xfrm>
          <a:custGeom>
            <a:avLst/>
            <a:gdLst/>
            <a:ahLst/>
            <a:cxnLst/>
            <a:rect r="r" b="b" t="t" l="l"/>
            <a:pathLst>
              <a:path h="817216" w="817216">
                <a:moveTo>
                  <a:pt x="0" y="0"/>
                </a:moveTo>
                <a:lnTo>
                  <a:pt x="817216" y="0"/>
                </a:lnTo>
                <a:lnTo>
                  <a:pt x="817216" y="817216"/>
                </a:lnTo>
                <a:lnTo>
                  <a:pt x="0" y="817216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63" id="63"/>
          <p:cNvSpPr/>
          <p:nvPr/>
        </p:nvSpPr>
        <p:spPr>
          <a:xfrm flipH="false" flipV="false" rot="0">
            <a:off x="12506053" y="5964495"/>
            <a:ext cx="849858" cy="849858"/>
          </a:xfrm>
          <a:custGeom>
            <a:avLst/>
            <a:gdLst/>
            <a:ahLst/>
            <a:cxnLst/>
            <a:rect r="r" b="b" t="t" l="l"/>
            <a:pathLst>
              <a:path h="849858" w="849858">
                <a:moveTo>
                  <a:pt x="0" y="0"/>
                </a:moveTo>
                <a:lnTo>
                  <a:pt x="849859" y="0"/>
                </a:lnTo>
                <a:lnTo>
                  <a:pt x="849859" y="849858"/>
                </a:lnTo>
                <a:lnTo>
                  <a:pt x="0" y="849858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64" id="64"/>
          <p:cNvSpPr/>
          <p:nvPr/>
        </p:nvSpPr>
        <p:spPr>
          <a:xfrm flipH="false" flipV="false" rot="0">
            <a:off x="11855785" y="6840404"/>
            <a:ext cx="880059" cy="880059"/>
          </a:xfrm>
          <a:custGeom>
            <a:avLst/>
            <a:gdLst/>
            <a:ahLst/>
            <a:cxnLst/>
            <a:rect r="r" b="b" t="t" l="l"/>
            <a:pathLst>
              <a:path h="880059" w="880059">
                <a:moveTo>
                  <a:pt x="0" y="0"/>
                </a:moveTo>
                <a:lnTo>
                  <a:pt x="880059" y="0"/>
                </a:lnTo>
                <a:lnTo>
                  <a:pt x="880059" y="880059"/>
                </a:lnTo>
                <a:lnTo>
                  <a:pt x="0" y="880059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65" id="65"/>
          <p:cNvSpPr/>
          <p:nvPr/>
        </p:nvSpPr>
        <p:spPr>
          <a:xfrm flipH="false" flipV="false" rot="0">
            <a:off x="12501174" y="7798373"/>
            <a:ext cx="854737" cy="854737"/>
          </a:xfrm>
          <a:custGeom>
            <a:avLst/>
            <a:gdLst/>
            <a:ahLst/>
            <a:cxnLst/>
            <a:rect r="r" b="b" t="t" l="l"/>
            <a:pathLst>
              <a:path h="854737" w="854737">
                <a:moveTo>
                  <a:pt x="0" y="0"/>
                </a:moveTo>
                <a:lnTo>
                  <a:pt x="854738" y="0"/>
                </a:lnTo>
                <a:lnTo>
                  <a:pt x="854738" y="854737"/>
                </a:lnTo>
                <a:lnTo>
                  <a:pt x="0" y="854737"/>
                </a:lnTo>
                <a:lnTo>
                  <a:pt x="0" y="0"/>
                </a:lnTo>
                <a:close/>
              </a:path>
            </a:pathLst>
          </a:custGeom>
          <a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66" id="66"/>
          <p:cNvSpPr/>
          <p:nvPr/>
        </p:nvSpPr>
        <p:spPr>
          <a:xfrm flipH="false" flipV="false" rot="0">
            <a:off x="1099575" y="4039989"/>
            <a:ext cx="4322818" cy="648423"/>
          </a:xfrm>
          <a:custGeom>
            <a:avLst/>
            <a:gdLst/>
            <a:ahLst/>
            <a:cxnLst/>
            <a:rect r="r" b="b" t="t" l="l"/>
            <a:pathLst>
              <a:path h="648423" w="4322818">
                <a:moveTo>
                  <a:pt x="0" y="0"/>
                </a:moveTo>
                <a:lnTo>
                  <a:pt x="4322819" y="0"/>
                </a:lnTo>
                <a:lnTo>
                  <a:pt x="4322819" y="648422"/>
                </a:lnTo>
                <a:lnTo>
                  <a:pt x="0" y="648422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>
              <a:fillRect l="0" t="0" r="0" b="0"/>
            </a:stretch>
          </a:blipFill>
        </p:spPr>
      </p:sp>
      <p:sp>
        <p:nvSpPr>
          <p:cNvPr name="TextBox 67" id="67"/>
          <p:cNvSpPr txBox="true"/>
          <p:nvPr/>
        </p:nvSpPr>
        <p:spPr>
          <a:xfrm rot="0">
            <a:off x="2082584" y="885825"/>
            <a:ext cx="14122832" cy="12033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9800"/>
              </a:lnSpc>
            </a:pPr>
            <a:r>
              <a:rPr lang="en-US" b="true" sz="7000">
                <a:solidFill>
                  <a:srgbClr val="3E526A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MODULES WITH FEATURES </a:t>
            </a:r>
          </a:p>
        </p:txBody>
      </p:sp>
      <p:sp>
        <p:nvSpPr>
          <p:cNvPr name="TextBox 68" id="68"/>
          <p:cNvSpPr txBox="true"/>
          <p:nvPr/>
        </p:nvSpPr>
        <p:spPr>
          <a:xfrm rot="0">
            <a:off x="2528826" y="5285297"/>
            <a:ext cx="1464317" cy="3397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99"/>
              </a:lnSpc>
              <a:spcBef>
                <a:spcPct val="0"/>
              </a:spcBef>
            </a:pPr>
            <a:r>
              <a:rPr lang="en-US" b="true" sz="1999">
                <a:solidFill>
                  <a:srgbClr val="3E526A"/>
                </a:solidFill>
                <a:latin typeface="Muli Bold"/>
                <a:ea typeface="Muli Bold"/>
                <a:cs typeface="Muli Bold"/>
                <a:sym typeface="Muli Bold"/>
              </a:rPr>
              <a:t>Admin</a:t>
            </a:r>
            <a:r>
              <a:rPr lang="en-US" b="true" sz="1999">
                <a:solidFill>
                  <a:srgbClr val="3E526A"/>
                </a:solidFill>
                <a:latin typeface="Muli Bold"/>
                <a:ea typeface="Muli Bold"/>
                <a:cs typeface="Muli Bold"/>
                <a:sym typeface="Muli Bold"/>
              </a:rPr>
              <a:t> login</a:t>
            </a:r>
          </a:p>
        </p:txBody>
      </p:sp>
      <p:sp>
        <p:nvSpPr>
          <p:cNvPr name="TextBox 69" id="69"/>
          <p:cNvSpPr txBox="true"/>
          <p:nvPr/>
        </p:nvSpPr>
        <p:spPr>
          <a:xfrm rot="0">
            <a:off x="2528826" y="7208331"/>
            <a:ext cx="2286342" cy="3397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99"/>
              </a:lnSpc>
              <a:spcBef>
                <a:spcPct val="0"/>
              </a:spcBef>
            </a:pPr>
            <a:r>
              <a:rPr lang="en-US" b="true" sz="1999">
                <a:solidFill>
                  <a:srgbClr val="3E526A"/>
                </a:solidFill>
                <a:latin typeface="Muli Bold"/>
                <a:ea typeface="Muli Bold"/>
                <a:cs typeface="Muli Bold"/>
                <a:sym typeface="Muli Bold"/>
              </a:rPr>
              <a:t>User mana</a:t>
            </a:r>
            <a:r>
              <a:rPr lang="en-US" b="true" sz="1999">
                <a:solidFill>
                  <a:srgbClr val="3E526A"/>
                </a:solidFill>
                <a:latin typeface="Muli Bold"/>
                <a:ea typeface="Muli Bold"/>
                <a:cs typeface="Muli Bold"/>
                <a:sym typeface="Muli Bold"/>
              </a:rPr>
              <a:t>gement</a:t>
            </a:r>
          </a:p>
        </p:txBody>
      </p:sp>
      <p:sp>
        <p:nvSpPr>
          <p:cNvPr name="TextBox 70" id="70"/>
          <p:cNvSpPr txBox="true"/>
          <p:nvPr/>
        </p:nvSpPr>
        <p:spPr>
          <a:xfrm rot="0">
            <a:off x="2573052" y="8168768"/>
            <a:ext cx="3578095" cy="3397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99"/>
              </a:lnSpc>
              <a:spcBef>
                <a:spcPct val="0"/>
              </a:spcBef>
            </a:pPr>
            <a:r>
              <a:rPr lang="en-US" b="true" sz="1999">
                <a:solidFill>
                  <a:srgbClr val="3E526A"/>
                </a:solidFill>
                <a:latin typeface="Muli Bold"/>
                <a:ea typeface="Muli Bold"/>
                <a:cs typeface="Muli Bold"/>
                <a:sym typeface="Muli Bold"/>
              </a:rPr>
              <a:t>Prediction r</a:t>
            </a:r>
            <a:r>
              <a:rPr lang="en-US" b="true" sz="1999">
                <a:solidFill>
                  <a:srgbClr val="3E526A"/>
                </a:solidFill>
                <a:latin typeface="Muli Bold"/>
                <a:ea typeface="Muli Bold"/>
                <a:cs typeface="Muli Bold"/>
                <a:sym typeface="Muli Bold"/>
              </a:rPr>
              <a:t>ecord monitoring</a:t>
            </a:r>
          </a:p>
        </p:txBody>
      </p:sp>
      <p:sp>
        <p:nvSpPr>
          <p:cNvPr name="TextBox 71" id="71"/>
          <p:cNvSpPr txBox="true"/>
          <p:nvPr/>
        </p:nvSpPr>
        <p:spPr>
          <a:xfrm rot="0">
            <a:off x="2573052" y="6264403"/>
            <a:ext cx="3559762" cy="3232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59"/>
              </a:lnSpc>
              <a:spcBef>
                <a:spcPct val="0"/>
              </a:spcBef>
            </a:pPr>
            <a:r>
              <a:rPr lang="en-US" b="true" sz="1899">
                <a:solidFill>
                  <a:srgbClr val="3E526A"/>
                </a:solidFill>
                <a:latin typeface="Muli Bold"/>
                <a:ea typeface="Muli Bold"/>
                <a:cs typeface="Muli Bold"/>
                <a:sym typeface="Muli Bold"/>
              </a:rPr>
              <a:t>Dashb</a:t>
            </a:r>
            <a:r>
              <a:rPr lang="en-US" b="true" sz="1899">
                <a:solidFill>
                  <a:srgbClr val="3E526A"/>
                </a:solidFill>
                <a:latin typeface="Muli Bold"/>
                <a:ea typeface="Muli Bold"/>
                <a:cs typeface="Muli Bold"/>
                <a:sym typeface="Muli Bold"/>
              </a:rPr>
              <a:t>oard &amp; system statistics</a:t>
            </a:r>
          </a:p>
        </p:txBody>
      </p:sp>
      <p:sp>
        <p:nvSpPr>
          <p:cNvPr name="TextBox 72" id="72"/>
          <p:cNvSpPr txBox="true"/>
          <p:nvPr/>
        </p:nvSpPr>
        <p:spPr>
          <a:xfrm rot="0">
            <a:off x="7513642" y="5285297"/>
            <a:ext cx="3518288" cy="3397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99"/>
              </a:lnSpc>
              <a:spcBef>
                <a:spcPct val="0"/>
              </a:spcBef>
            </a:pPr>
            <a:r>
              <a:rPr lang="en-US" b="true" sz="1999">
                <a:solidFill>
                  <a:srgbClr val="3E526A"/>
                </a:solidFill>
                <a:latin typeface="Muli Bold"/>
                <a:ea typeface="Muli Bold"/>
                <a:cs typeface="Muli Bold"/>
                <a:sym typeface="Muli Bold"/>
              </a:rPr>
              <a:t>User registration and</a:t>
            </a:r>
            <a:r>
              <a:rPr lang="en-US" b="true" sz="1999">
                <a:solidFill>
                  <a:srgbClr val="3E526A"/>
                </a:solidFill>
                <a:latin typeface="Muli Bold"/>
                <a:ea typeface="Muli Bold"/>
                <a:cs typeface="Muli Bold"/>
                <a:sym typeface="Muli Bold"/>
              </a:rPr>
              <a:t> login</a:t>
            </a:r>
          </a:p>
        </p:txBody>
      </p:sp>
      <p:sp>
        <p:nvSpPr>
          <p:cNvPr name="TextBox 73" id="73"/>
          <p:cNvSpPr txBox="true"/>
          <p:nvPr/>
        </p:nvSpPr>
        <p:spPr>
          <a:xfrm rot="0">
            <a:off x="8105721" y="6247893"/>
            <a:ext cx="2076558" cy="3397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99"/>
              </a:lnSpc>
              <a:spcBef>
                <a:spcPct val="0"/>
              </a:spcBef>
            </a:pPr>
            <a:r>
              <a:rPr lang="en-US" b="true" sz="1999">
                <a:solidFill>
                  <a:srgbClr val="3E526A"/>
                </a:solidFill>
                <a:latin typeface="Muli Bold"/>
                <a:ea typeface="Muli Bold"/>
                <a:cs typeface="Muli Bold"/>
                <a:sym typeface="Muli Bold"/>
              </a:rPr>
              <a:t>User dashboard</a:t>
            </a:r>
          </a:p>
        </p:txBody>
      </p:sp>
      <p:sp>
        <p:nvSpPr>
          <p:cNvPr name="TextBox 74" id="74"/>
          <p:cNvSpPr txBox="true"/>
          <p:nvPr/>
        </p:nvSpPr>
        <p:spPr>
          <a:xfrm rot="0">
            <a:off x="7712804" y="7208331"/>
            <a:ext cx="2469475" cy="3232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659"/>
              </a:lnSpc>
              <a:spcBef>
                <a:spcPct val="0"/>
              </a:spcBef>
            </a:pPr>
            <a:r>
              <a:rPr lang="en-US" b="true" sz="1899">
                <a:solidFill>
                  <a:srgbClr val="3E526A"/>
                </a:solidFill>
                <a:latin typeface="Muli Bold"/>
                <a:ea typeface="Muli Bold"/>
                <a:cs typeface="Muli Bold"/>
                <a:sym typeface="Muli Bold"/>
              </a:rPr>
              <a:t>Retinal image upload</a:t>
            </a:r>
          </a:p>
        </p:txBody>
      </p:sp>
      <p:sp>
        <p:nvSpPr>
          <p:cNvPr name="TextBox 75" id="75"/>
          <p:cNvSpPr txBox="true"/>
          <p:nvPr/>
        </p:nvSpPr>
        <p:spPr>
          <a:xfrm rot="0">
            <a:off x="8040832" y="8150671"/>
            <a:ext cx="3361611" cy="3232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659"/>
              </a:lnSpc>
              <a:spcBef>
                <a:spcPct val="0"/>
              </a:spcBef>
            </a:pPr>
            <a:r>
              <a:rPr lang="en-US" b="true" sz="1899">
                <a:solidFill>
                  <a:srgbClr val="3E526A"/>
                </a:solidFill>
                <a:latin typeface="Muli Bold"/>
                <a:ea typeface="Muli Bold"/>
                <a:cs typeface="Muli Bold"/>
                <a:sym typeface="Muli Bold"/>
              </a:rPr>
              <a:t>Prediction results and history</a:t>
            </a:r>
          </a:p>
        </p:txBody>
      </p:sp>
      <p:sp>
        <p:nvSpPr>
          <p:cNvPr name="TextBox 76" id="76"/>
          <p:cNvSpPr txBox="true"/>
          <p:nvPr/>
        </p:nvSpPr>
        <p:spPr>
          <a:xfrm rot="0">
            <a:off x="13106290" y="5301807"/>
            <a:ext cx="2094230" cy="3232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659"/>
              </a:lnSpc>
              <a:spcBef>
                <a:spcPct val="0"/>
              </a:spcBef>
            </a:pPr>
            <a:r>
              <a:rPr lang="en-US" b="true" sz="1899">
                <a:solidFill>
                  <a:srgbClr val="3E526A"/>
                </a:solidFill>
                <a:latin typeface="Muli Bold"/>
                <a:ea typeface="Muli Bold"/>
                <a:cs typeface="Muli Bold"/>
                <a:sym typeface="Muli Bold"/>
              </a:rPr>
              <a:t>R</a:t>
            </a:r>
            <a:r>
              <a:rPr lang="en-US" b="true" sz="1899">
                <a:solidFill>
                  <a:srgbClr val="3E526A"/>
                </a:solidFill>
                <a:latin typeface="Muli Bold"/>
                <a:ea typeface="Muli Bold"/>
                <a:cs typeface="Muli Bold"/>
                <a:sym typeface="Muli Bold"/>
              </a:rPr>
              <a:t>adiologist Login</a:t>
            </a:r>
          </a:p>
        </p:txBody>
      </p:sp>
      <p:sp>
        <p:nvSpPr>
          <p:cNvPr name="TextBox 77" id="77"/>
          <p:cNvSpPr txBox="true"/>
          <p:nvPr/>
        </p:nvSpPr>
        <p:spPr>
          <a:xfrm rot="0">
            <a:off x="13536016" y="6264403"/>
            <a:ext cx="2094230" cy="3232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659"/>
              </a:lnSpc>
              <a:spcBef>
                <a:spcPct val="0"/>
              </a:spcBef>
            </a:pPr>
            <a:r>
              <a:rPr lang="en-US" b="true" sz="1899">
                <a:solidFill>
                  <a:srgbClr val="3E526A"/>
                </a:solidFill>
                <a:latin typeface="Muli Bold"/>
                <a:ea typeface="Muli Bold"/>
                <a:cs typeface="Muli Bold"/>
                <a:sym typeface="Muli Bold"/>
              </a:rPr>
              <a:t>Verify Images </a:t>
            </a:r>
          </a:p>
        </p:txBody>
      </p:sp>
      <p:sp>
        <p:nvSpPr>
          <p:cNvPr name="TextBox 78" id="78"/>
          <p:cNvSpPr txBox="true"/>
          <p:nvPr/>
        </p:nvSpPr>
        <p:spPr>
          <a:xfrm rot="0">
            <a:off x="13126369" y="7224841"/>
            <a:ext cx="2568224" cy="3232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659"/>
              </a:lnSpc>
              <a:spcBef>
                <a:spcPct val="0"/>
              </a:spcBef>
            </a:pPr>
            <a:r>
              <a:rPr lang="en-US" b="true" sz="1899">
                <a:solidFill>
                  <a:srgbClr val="3E526A"/>
                </a:solidFill>
                <a:latin typeface="Muli Bold"/>
                <a:ea typeface="Muli Bold"/>
                <a:cs typeface="Muli Bold"/>
                <a:sym typeface="Muli Bold"/>
              </a:rPr>
              <a:t>DR severity prediction</a:t>
            </a:r>
          </a:p>
        </p:txBody>
      </p:sp>
      <p:sp>
        <p:nvSpPr>
          <p:cNvPr name="TextBox 79" id="79"/>
          <p:cNvSpPr txBox="true"/>
          <p:nvPr/>
        </p:nvSpPr>
        <p:spPr>
          <a:xfrm rot="0">
            <a:off x="13637192" y="8150671"/>
            <a:ext cx="2568224" cy="3232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659"/>
              </a:lnSpc>
              <a:spcBef>
                <a:spcPct val="0"/>
              </a:spcBef>
            </a:pPr>
            <a:r>
              <a:rPr lang="en-US" b="true" sz="1899">
                <a:solidFill>
                  <a:srgbClr val="3E526A"/>
                </a:solidFill>
                <a:latin typeface="Muli Bold"/>
                <a:ea typeface="Muli Bold"/>
                <a:cs typeface="Muli Bold"/>
                <a:sym typeface="Muli Bold"/>
              </a:rPr>
              <a:t>Final Analysis Submit</a:t>
            </a:r>
          </a:p>
        </p:txBody>
      </p:sp>
      <p:sp>
        <p:nvSpPr>
          <p:cNvPr name="Freeform 80" id="80"/>
          <p:cNvSpPr/>
          <p:nvPr/>
        </p:nvSpPr>
        <p:spPr>
          <a:xfrm flipH="false" flipV="false" rot="0">
            <a:off x="6709112" y="4039989"/>
            <a:ext cx="4322818" cy="648423"/>
          </a:xfrm>
          <a:custGeom>
            <a:avLst/>
            <a:gdLst/>
            <a:ahLst/>
            <a:cxnLst/>
            <a:rect r="r" b="b" t="t" l="l"/>
            <a:pathLst>
              <a:path h="648423" w="4322818">
                <a:moveTo>
                  <a:pt x="0" y="0"/>
                </a:moveTo>
                <a:lnTo>
                  <a:pt x="4322818" y="0"/>
                </a:lnTo>
                <a:lnTo>
                  <a:pt x="4322818" y="648422"/>
                </a:lnTo>
                <a:lnTo>
                  <a:pt x="0" y="648422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>
              <a:fillRect l="0" t="0" r="0" b="0"/>
            </a:stretch>
          </a:blipFill>
        </p:spPr>
      </p:sp>
      <p:sp>
        <p:nvSpPr>
          <p:cNvPr name="Freeform 81" id="81"/>
          <p:cNvSpPr/>
          <p:nvPr/>
        </p:nvSpPr>
        <p:spPr>
          <a:xfrm flipH="false" flipV="false" rot="0">
            <a:off x="11882598" y="4039989"/>
            <a:ext cx="4322818" cy="648423"/>
          </a:xfrm>
          <a:custGeom>
            <a:avLst/>
            <a:gdLst/>
            <a:ahLst/>
            <a:cxnLst/>
            <a:rect r="r" b="b" t="t" l="l"/>
            <a:pathLst>
              <a:path h="648423" w="4322818">
                <a:moveTo>
                  <a:pt x="0" y="0"/>
                </a:moveTo>
                <a:lnTo>
                  <a:pt x="4322818" y="0"/>
                </a:lnTo>
                <a:lnTo>
                  <a:pt x="4322818" y="648422"/>
                </a:lnTo>
                <a:lnTo>
                  <a:pt x="0" y="648422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>
              <a:fillRect l="0" t="0" r="0" b="0"/>
            </a:stretch>
          </a:blipFill>
        </p:spPr>
      </p:sp>
      <p:sp>
        <p:nvSpPr>
          <p:cNvPr name="TextBox 82" id="82"/>
          <p:cNvSpPr txBox="true"/>
          <p:nvPr/>
        </p:nvSpPr>
        <p:spPr>
          <a:xfrm rot="0">
            <a:off x="2288946" y="4183543"/>
            <a:ext cx="1704197" cy="3232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59"/>
              </a:lnSpc>
              <a:spcBef>
                <a:spcPct val="0"/>
              </a:spcBef>
            </a:pPr>
            <a:r>
              <a:rPr lang="en-US" b="true" sz="1899">
                <a:solidFill>
                  <a:srgbClr val="FFFFFF"/>
                </a:solidFill>
                <a:latin typeface="Muli Bold"/>
                <a:ea typeface="Muli Bold"/>
                <a:cs typeface="Muli Bold"/>
                <a:sym typeface="Muli Bold"/>
              </a:rPr>
              <a:t>Admin Module</a:t>
            </a:r>
          </a:p>
        </p:txBody>
      </p:sp>
      <p:sp>
        <p:nvSpPr>
          <p:cNvPr name="TextBox 83" id="83"/>
          <p:cNvSpPr txBox="true"/>
          <p:nvPr/>
        </p:nvSpPr>
        <p:spPr>
          <a:xfrm rot="0">
            <a:off x="8105721" y="4183543"/>
            <a:ext cx="1704197" cy="3232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59"/>
              </a:lnSpc>
              <a:spcBef>
                <a:spcPct val="0"/>
              </a:spcBef>
            </a:pPr>
            <a:r>
              <a:rPr lang="en-US" b="true" sz="1899">
                <a:solidFill>
                  <a:srgbClr val="FFFFFF"/>
                </a:solidFill>
                <a:latin typeface="Muli Bold"/>
                <a:ea typeface="Muli Bold"/>
                <a:cs typeface="Muli Bold"/>
                <a:sym typeface="Muli Bold"/>
              </a:rPr>
              <a:t>User </a:t>
            </a:r>
            <a:r>
              <a:rPr lang="en-US" b="true" sz="1899">
                <a:solidFill>
                  <a:srgbClr val="FFFFFF"/>
                </a:solidFill>
                <a:latin typeface="Muli Bold"/>
                <a:ea typeface="Muli Bold"/>
                <a:cs typeface="Muli Bold"/>
                <a:sym typeface="Muli Bold"/>
              </a:rPr>
              <a:t>Module</a:t>
            </a:r>
          </a:p>
        </p:txBody>
      </p:sp>
      <p:sp>
        <p:nvSpPr>
          <p:cNvPr name="TextBox 84" id="84"/>
          <p:cNvSpPr txBox="true"/>
          <p:nvPr/>
        </p:nvSpPr>
        <p:spPr>
          <a:xfrm rot="0">
            <a:off x="13217107" y="4183543"/>
            <a:ext cx="2244385" cy="3232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59"/>
              </a:lnSpc>
              <a:spcBef>
                <a:spcPct val="0"/>
              </a:spcBef>
            </a:pPr>
            <a:r>
              <a:rPr lang="en-US" b="true" sz="1899">
                <a:solidFill>
                  <a:srgbClr val="FFFFFF"/>
                </a:solidFill>
                <a:latin typeface="Muli Bold"/>
                <a:ea typeface="Muli Bold"/>
                <a:cs typeface="Muli Bold"/>
                <a:sym typeface="Muli Bold"/>
              </a:rPr>
              <a:t>Rediologist </a:t>
            </a:r>
            <a:r>
              <a:rPr lang="en-US" b="true" sz="1899">
                <a:solidFill>
                  <a:srgbClr val="FFFFFF"/>
                </a:solidFill>
                <a:latin typeface="Muli Bold"/>
                <a:ea typeface="Muli Bold"/>
                <a:cs typeface="Muli Bold"/>
                <a:sym typeface="Muli Bold"/>
              </a:rPr>
              <a:t>Module</a:t>
            </a:r>
          </a:p>
        </p:txBody>
      </p:sp>
    </p:spTree>
  </p:cSld>
  <p:clrMapOvr>
    <a:masterClrMapping/>
  </p:clrMapOvr>
</p:sld>
</file>

<file path=ppt/slides/slide1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gradFill rotWithShape="true">
          <a:gsLst>
            <a:gs pos="0">
              <a:srgbClr val="FBFBFB">
                <a:alpha val="100000"/>
              </a:srgbClr>
            </a:gs>
            <a:gs pos="33333">
              <a:srgbClr val="F1F1F1">
                <a:alpha val="66500"/>
              </a:srgbClr>
            </a:gs>
            <a:gs pos="66667">
              <a:srgbClr val="E9E9E9">
                <a:alpha val="67000"/>
              </a:srgbClr>
            </a:gs>
            <a:gs pos="100000">
              <a:srgbClr val="E0E1E3">
                <a:alpha val="25000"/>
              </a:srgbClr>
            </a:gs>
          </a:gsLst>
          <a:lin ang="540000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3955824" y="6587618"/>
            <a:ext cx="6666800" cy="4085592"/>
            <a:chOff x="0" y="0"/>
            <a:chExt cx="8889067" cy="5447455"/>
          </a:xfrm>
        </p:grpSpPr>
        <p:grpSp>
          <p:nvGrpSpPr>
            <p:cNvPr name="Group 3" id="3"/>
            <p:cNvGrpSpPr/>
            <p:nvPr/>
          </p:nvGrpSpPr>
          <p:grpSpPr>
            <a:xfrm rot="-10800000">
              <a:off x="2663403" y="0"/>
              <a:ext cx="6225663" cy="5447455"/>
              <a:chOff x="0" y="0"/>
              <a:chExt cx="812800" cy="711200"/>
            </a:xfrm>
          </p:grpSpPr>
          <p:sp>
            <p:nvSpPr>
              <p:cNvPr name="Freeform 4" id="4"/>
              <p:cNvSpPr/>
              <p:nvPr/>
            </p:nvSpPr>
            <p:spPr>
              <a:xfrm flipH="false" flipV="false" rot="0">
                <a:off x="0" y="0"/>
                <a:ext cx="812800" cy="711200"/>
              </a:xfrm>
              <a:custGeom>
                <a:avLst/>
                <a:gdLst/>
                <a:ahLst/>
                <a:cxnLst/>
                <a:rect r="r" b="b" t="t" l="l"/>
                <a:pathLst>
                  <a:path h="711200" w="812800">
                    <a:moveTo>
                      <a:pt x="406400" y="711200"/>
                    </a:moveTo>
                    <a:lnTo>
                      <a:pt x="812800" y="0"/>
                    </a:lnTo>
                    <a:lnTo>
                      <a:pt x="0" y="0"/>
                    </a:lnTo>
                    <a:lnTo>
                      <a:pt x="406400" y="711200"/>
                    </a:lnTo>
                    <a:close/>
                  </a:path>
                </a:pathLst>
              </a:custGeom>
              <a:solidFill>
                <a:srgbClr val="6B7A8C"/>
              </a:solidFill>
            </p:spPr>
          </p:sp>
          <p:sp>
            <p:nvSpPr>
              <p:cNvPr name="TextBox 5" id="5"/>
              <p:cNvSpPr txBox="true"/>
              <p:nvPr/>
            </p:nvSpPr>
            <p:spPr>
              <a:xfrm>
                <a:off x="127000" y="12700"/>
                <a:ext cx="558800" cy="36830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grpSp>
          <p:nvGrpSpPr>
            <p:cNvPr name="Group 6" id="6"/>
            <p:cNvGrpSpPr/>
            <p:nvPr/>
          </p:nvGrpSpPr>
          <p:grpSpPr>
            <a:xfrm rot="-10800000">
              <a:off x="0" y="3821268"/>
              <a:ext cx="5776235" cy="1261779"/>
              <a:chOff x="0" y="0"/>
              <a:chExt cx="1140985" cy="249240"/>
            </a:xfrm>
          </p:grpSpPr>
          <p:sp>
            <p:nvSpPr>
              <p:cNvPr name="Freeform 7" id="7"/>
              <p:cNvSpPr/>
              <p:nvPr/>
            </p:nvSpPr>
            <p:spPr>
              <a:xfrm flipH="false" flipV="false" rot="0">
                <a:off x="0" y="0"/>
                <a:ext cx="1140985" cy="249240"/>
              </a:xfrm>
              <a:custGeom>
                <a:avLst/>
                <a:gdLst/>
                <a:ahLst/>
                <a:cxnLst/>
                <a:rect r="r" b="b" t="t" l="l"/>
                <a:pathLst>
                  <a:path h="249240" w="1140985">
                    <a:moveTo>
                      <a:pt x="203200" y="0"/>
                    </a:moveTo>
                    <a:lnTo>
                      <a:pt x="1140985" y="0"/>
                    </a:lnTo>
                    <a:lnTo>
                      <a:pt x="937785" y="249240"/>
                    </a:lnTo>
                    <a:lnTo>
                      <a:pt x="0" y="249240"/>
                    </a:lnTo>
                    <a:lnTo>
                      <a:pt x="203200" y="0"/>
                    </a:lnTo>
                    <a:close/>
                  </a:path>
                </a:pathLst>
              </a:custGeom>
              <a:solidFill>
                <a:srgbClr val="88A5C4"/>
              </a:solidFill>
            </p:spPr>
          </p:sp>
          <p:sp>
            <p:nvSpPr>
              <p:cNvPr name="TextBox 8" id="8"/>
              <p:cNvSpPr txBox="true"/>
              <p:nvPr/>
            </p:nvSpPr>
            <p:spPr>
              <a:xfrm>
                <a:off x="101600" y="-38100"/>
                <a:ext cx="937785" cy="28734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</p:grpSp>
      <p:grpSp>
        <p:nvGrpSpPr>
          <p:cNvPr name="Group 9" id="9"/>
          <p:cNvGrpSpPr/>
          <p:nvPr/>
        </p:nvGrpSpPr>
        <p:grpSpPr>
          <a:xfrm rot="-10800000">
            <a:off x="-2304700" y="-378866"/>
            <a:ext cx="6666800" cy="4085592"/>
            <a:chOff x="0" y="0"/>
            <a:chExt cx="8889067" cy="5447455"/>
          </a:xfrm>
        </p:grpSpPr>
        <p:grpSp>
          <p:nvGrpSpPr>
            <p:cNvPr name="Group 10" id="10"/>
            <p:cNvGrpSpPr/>
            <p:nvPr/>
          </p:nvGrpSpPr>
          <p:grpSpPr>
            <a:xfrm rot="-10800000">
              <a:off x="2663403" y="0"/>
              <a:ext cx="6225663" cy="5447455"/>
              <a:chOff x="0" y="0"/>
              <a:chExt cx="812800" cy="711200"/>
            </a:xfrm>
          </p:grpSpPr>
          <p:sp>
            <p:nvSpPr>
              <p:cNvPr name="Freeform 11" id="11"/>
              <p:cNvSpPr/>
              <p:nvPr/>
            </p:nvSpPr>
            <p:spPr>
              <a:xfrm flipH="false" flipV="false" rot="0">
                <a:off x="0" y="0"/>
                <a:ext cx="812800" cy="711200"/>
              </a:xfrm>
              <a:custGeom>
                <a:avLst/>
                <a:gdLst/>
                <a:ahLst/>
                <a:cxnLst/>
                <a:rect r="r" b="b" t="t" l="l"/>
                <a:pathLst>
                  <a:path h="711200" w="812800">
                    <a:moveTo>
                      <a:pt x="406400" y="711200"/>
                    </a:moveTo>
                    <a:lnTo>
                      <a:pt x="812800" y="0"/>
                    </a:lnTo>
                    <a:lnTo>
                      <a:pt x="0" y="0"/>
                    </a:lnTo>
                    <a:lnTo>
                      <a:pt x="406400" y="711200"/>
                    </a:lnTo>
                    <a:close/>
                  </a:path>
                </a:pathLst>
              </a:custGeom>
              <a:solidFill>
                <a:srgbClr val="6B7A8C"/>
              </a:solidFill>
            </p:spPr>
          </p:sp>
          <p:sp>
            <p:nvSpPr>
              <p:cNvPr name="TextBox 12" id="12"/>
              <p:cNvSpPr txBox="true"/>
              <p:nvPr/>
            </p:nvSpPr>
            <p:spPr>
              <a:xfrm>
                <a:off x="127000" y="12700"/>
                <a:ext cx="558800" cy="36830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grpSp>
          <p:nvGrpSpPr>
            <p:cNvPr name="Group 13" id="13"/>
            <p:cNvGrpSpPr/>
            <p:nvPr/>
          </p:nvGrpSpPr>
          <p:grpSpPr>
            <a:xfrm rot="-10800000">
              <a:off x="0" y="3821268"/>
              <a:ext cx="5776235" cy="1261779"/>
              <a:chOff x="0" y="0"/>
              <a:chExt cx="1140985" cy="249240"/>
            </a:xfrm>
          </p:grpSpPr>
          <p:sp>
            <p:nvSpPr>
              <p:cNvPr name="Freeform 14" id="14"/>
              <p:cNvSpPr/>
              <p:nvPr/>
            </p:nvSpPr>
            <p:spPr>
              <a:xfrm flipH="false" flipV="false" rot="0">
                <a:off x="0" y="0"/>
                <a:ext cx="1140985" cy="249240"/>
              </a:xfrm>
              <a:custGeom>
                <a:avLst/>
                <a:gdLst/>
                <a:ahLst/>
                <a:cxnLst/>
                <a:rect r="r" b="b" t="t" l="l"/>
                <a:pathLst>
                  <a:path h="249240" w="1140985">
                    <a:moveTo>
                      <a:pt x="203200" y="0"/>
                    </a:moveTo>
                    <a:lnTo>
                      <a:pt x="1140985" y="0"/>
                    </a:lnTo>
                    <a:lnTo>
                      <a:pt x="937785" y="249240"/>
                    </a:lnTo>
                    <a:lnTo>
                      <a:pt x="0" y="249240"/>
                    </a:lnTo>
                    <a:lnTo>
                      <a:pt x="203200" y="0"/>
                    </a:lnTo>
                    <a:close/>
                  </a:path>
                </a:pathLst>
              </a:custGeom>
              <a:solidFill>
                <a:srgbClr val="88A5C4"/>
              </a:solidFill>
            </p:spPr>
          </p:sp>
          <p:sp>
            <p:nvSpPr>
              <p:cNvPr name="TextBox 15" id="15"/>
              <p:cNvSpPr txBox="true"/>
              <p:nvPr/>
            </p:nvSpPr>
            <p:spPr>
              <a:xfrm>
                <a:off x="101600" y="-38100"/>
                <a:ext cx="937785" cy="28734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grpSp>
          <p:nvGrpSpPr>
            <p:cNvPr name="Group 16" id="16"/>
            <p:cNvGrpSpPr/>
            <p:nvPr/>
          </p:nvGrpSpPr>
          <p:grpSpPr>
            <a:xfrm rot="-10800000">
              <a:off x="3094536" y="2203713"/>
              <a:ext cx="1551081" cy="1357196"/>
              <a:chOff x="0" y="0"/>
              <a:chExt cx="812800" cy="711200"/>
            </a:xfrm>
          </p:grpSpPr>
          <p:sp>
            <p:nvSpPr>
              <p:cNvPr name="Freeform 17" id="17"/>
              <p:cNvSpPr/>
              <p:nvPr/>
            </p:nvSpPr>
            <p:spPr>
              <a:xfrm flipH="false" flipV="false" rot="0">
                <a:off x="0" y="0"/>
                <a:ext cx="812800" cy="711200"/>
              </a:xfrm>
              <a:custGeom>
                <a:avLst/>
                <a:gdLst/>
                <a:ahLst/>
                <a:cxnLst/>
                <a:rect r="r" b="b" t="t" l="l"/>
                <a:pathLst>
                  <a:path h="711200" w="812800">
                    <a:moveTo>
                      <a:pt x="406400" y="711200"/>
                    </a:moveTo>
                    <a:lnTo>
                      <a:pt x="812800" y="0"/>
                    </a:lnTo>
                    <a:lnTo>
                      <a:pt x="0" y="0"/>
                    </a:lnTo>
                    <a:lnTo>
                      <a:pt x="406400" y="711200"/>
                    </a:lnTo>
                    <a:close/>
                  </a:path>
                </a:pathLst>
              </a:custGeom>
              <a:solidFill>
                <a:srgbClr val="A5B4C7"/>
              </a:solidFill>
            </p:spPr>
          </p:sp>
          <p:sp>
            <p:nvSpPr>
              <p:cNvPr name="TextBox 18" id="18"/>
              <p:cNvSpPr txBox="true"/>
              <p:nvPr/>
            </p:nvSpPr>
            <p:spPr>
              <a:xfrm>
                <a:off x="127000" y="12700"/>
                <a:ext cx="558800" cy="36830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</p:grpSp>
      <p:sp>
        <p:nvSpPr>
          <p:cNvPr name="Freeform 19" id="19"/>
          <p:cNvSpPr/>
          <p:nvPr/>
        </p:nvSpPr>
        <p:spPr>
          <a:xfrm flipH="false" flipV="false" rot="0">
            <a:off x="1028700" y="5031311"/>
            <a:ext cx="5412184" cy="3599103"/>
          </a:xfrm>
          <a:custGeom>
            <a:avLst/>
            <a:gdLst/>
            <a:ahLst/>
            <a:cxnLst/>
            <a:rect r="r" b="b" t="t" l="l"/>
            <a:pathLst>
              <a:path h="3599103" w="5412184">
                <a:moveTo>
                  <a:pt x="0" y="0"/>
                </a:moveTo>
                <a:lnTo>
                  <a:pt x="5412184" y="0"/>
                </a:lnTo>
                <a:lnTo>
                  <a:pt x="5412184" y="3599103"/>
                </a:lnTo>
                <a:lnTo>
                  <a:pt x="0" y="3599103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20" id="20"/>
          <p:cNvSpPr/>
          <p:nvPr/>
        </p:nvSpPr>
        <p:spPr>
          <a:xfrm flipH="false" flipV="false" rot="0">
            <a:off x="1028700" y="5031311"/>
            <a:ext cx="817216" cy="817216"/>
          </a:xfrm>
          <a:custGeom>
            <a:avLst/>
            <a:gdLst/>
            <a:ahLst/>
            <a:cxnLst/>
            <a:rect r="r" b="b" t="t" l="l"/>
            <a:pathLst>
              <a:path h="817216" w="817216">
                <a:moveTo>
                  <a:pt x="0" y="0"/>
                </a:moveTo>
                <a:lnTo>
                  <a:pt x="817216" y="0"/>
                </a:lnTo>
                <a:lnTo>
                  <a:pt x="817216" y="817216"/>
                </a:lnTo>
                <a:lnTo>
                  <a:pt x="0" y="817216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21" id="21"/>
          <p:cNvSpPr/>
          <p:nvPr/>
        </p:nvSpPr>
        <p:spPr>
          <a:xfrm flipH="false" flipV="false" rot="0">
            <a:off x="1678968" y="5964495"/>
            <a:ext cx="849858" cy="849858"/>
          </a:xfrm>
          <a:custGeom>
            <a:avLst/>
            <a:gdLst/>
            <a:ahLst/>
            <a:cxnLst/>
            <a:rect r="r" b="b" t="t" l="l"/>
            <a:pathLst>
              <a:path h="849858" w="849858">
                <a:moveTo>
                  <a:pt x="0" y="0"/>
                </a:moveTo>
                <a:lnTo>
                  <a:pt x="849858" y="0"/>
                </a:lnTo>
                <a:lnTo>
                  <a:pt x="849858" y="849858"/>
                </a:lnTo>
                <a:lnTo>
                  <a:pt x="0" y="849858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22" id="22"/>
          <p:cNvSpPr/>
          <p:nvPr/>
        </p:nvSpPr>
        <p:spPr>
          <a:xfrm flipH="false" flipV="false" rot="0">
            <a:off x="1028700" y="6840404"/>
            <a:ext cx="880059" cy="880059"/>
          </a:xfrm>
          <a:custGeom>
            <a:avLst/>
            <a:gdLst/>
            <a:ahLst/>
            <a:cxnLst/>
            <a:rect r="r" b="b" t="t" l="l"/>
            <a:pathLst>
              <a:path h="880059" w="880059">
                <a:moveTo>
                  <a:pt x="0" y="0"/>
                </a:moveTo>
                <a:lnTo>
                  <a:pt x="880059" y="0"/>
                </a:lnTo>
                <a:lnTo>
                  <a:pt x="880059" y="880059"/>
                </a:lnTo>
                <a:lnTo>
                  <a:pt x="0" y="880059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23" id="23"/>
          <p:cNvSpPr/>
          <p:nvPr/>
        </p:nvSpPr>
        <p:spPr>
          <a:xfrm flipH="false" flipV="false" rot="0">
            <a:off x="1674089" y="7798373"/>
            <a:ext cx="854737" cy="854737"/>
          </a:xfrm>
          <a:custGeom>
            <a:avLst/>
            <a:gdLst/>
            <a:ahLst/>
            <a:cxnLst/>
            <a:rect r="r" b="b" t="t" l="l"/>
            <a:pathLst>
              <a:path h="854737" w="854737">
                <a:moveTo>
                  <a:pt x="0" y="0"/>
                </a:moveTo>
                <a:lnTo>
                  <a:pt x="854737" y="0"/>
                </a:lnTo>
                <a:lnTo>
                  <a:pt x="854737" y="854737"/>
                </a:lnTo>
                <a:lnTo>
                  <a:pt x="0" y="854737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24" id="24"/>
          <p:cNvSpPr/>
          <p:nvPr/>
        </p:nvSpPr>
        <p:spPr>
          <a:xfrm flipH="false" flipV="false" rot="0">
            <a:off x="1099575" y="4039989"/>
            <a:ext cx="4322818" cy="648423"/>
          </a:xfrm>
          <a:custGeom>
            <a:avLst/>
            <a:gdLst/>
            <a:ahLst/>
            <a:cxnLst/>
            <a:rect r="r" b="b" t="t" l="l"/>
            <a:pathLst>
              <a:path h="648423" w="4322818">
                <a:moveTo>
                  <a:pt x="0" y="0"/>
                </a:moveTo>
                <a:lnTo>
                  <a:pt x="4322819" y="0"/>
                </a:lnTo>
                <a:lnTo>
                  <a:pt x="4322819" y="648422"/>
                </a:lnTo>
                <a:lnTo>
                  <a:pt x="0" y="648422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>
              <a:fillRect l="0" t="0" r="0" b="0"/>
            </a:stretch>
          </a:blipFill>
        </p:spPr>
      </p:sp>
      <p:sp>
        <p:nvSpPr>
          <p:cNvPr name="TextBox 25" id="25"/>
          <p:cNvSpPr txBox="true"/>
          <p:nvPr/>
        </p:nvSpPr>
        <p:spPr>
          <a:xfrm rot="0">
            <a:off x="2082584" y="885825"/>
            <a:ext cx="14122832" cy="12033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9800"/>
              </a:lnSpc>
            </a:pPr>
            <a:r>
              <a:rPr lang="en-US" b="true" sz="7000">
                <a:solidFill>
                  <a:srgbClr val="3E526A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SYSTEM FUNCTIONALITIES</a:t>
            </a:r>
          </a:p>
        </p:txBody>
      </p:sp>
      <p:sp>
        <p:nvSpPr>
          <p:cNvPr name="TextBox 26" id="26"/>
          <p:cNvSpPr txBox="true"/>
          <p:nvPr/>
        </p:nvSpPr>
        <p:spPr>
          <a:xfrm rot="0">
            <a:off x="2528826" y="5285297"/>
            <a:ext cx="1464317" cy="3397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99"/>
              </a:lnSpc>
              <a:spcBef>
                <a:spcPct val="0"/>
              </a:spcBef>
            </a:pPr>
            <a:r>
              <a:rPr lang="en-US" b="true" sz="1999">
                <a:solidFill>
                  <a:srgbClr val="3E526A"/>
                </a:solidFill>
                <a:latin typeface="Muli Bold"/>
                <a:ea typeface="Muli Bold"/>
                <a:cs typeface="Muli Bold"/>
                <a:sym typeface="Muli Bold"/>
              </a:rPr>
              <a:t>Admin</a:t>
            </a:r>
            <a:r>
              <a:rPr lang="en-US" b="true" sz="1999">
                <a:solidFill>
                  <a:srgbClr val="3E526A"/>
                </a:solidFill>
                <a:latin typeface="Muli Bold"/>
                <a:ea typeface="Muli Bold"/>
                <a:cs typeface="Muli Bold"/>
                <a:sym typeface="Muli Bold"/>
              </a:rPr>
              <a:t> login</a:t>
            </a:r>
          </a:p>
        </p:txBody>
      </p:sp>
      <p:sp>
        <p:nvSpPr>
          <p:cNvPr name="TextBox 27" id="27"/>
          <p:cNvSpPr txBox="true"/>
          <p:nvPr/>
        </p:nvSpPr>
        <p:spPr>
          <a:xfrm rot="0">
            <a:off x="2528826" y="7208331"/>
            <a:ext cx="2286342" cy="3397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99"/>
              </a:lnSpc>
              <a:spcBef>
                <a:spcPct val="0"/>
              </a:spcBef>
            </a:pPr>
            <a:r>
              <a:rPr lang="en-US" b="true" sz="1999">
                <a:solidFill>
                  <a:srgbClr val="3E526A"/>
                </a:solidFill>
                <a:latin typeface="Muli Bold"/>
                <a:ea typeface="Muli Bold"/>
                <a:cs typeface="Muli Bold"/>
                <a:sym typeface="Muli Bold"/>
              </a:rPr>
              <a:t>User mana</a:t>
            </a:r>
            <a:r>
              <a:rPr lang="en-US" b="true" sz="1999">
                <a:solidFill>
                  <a:srgbClr val="3E526A"/>
                </a:solidFill>
                <a:latin typeface="Muli Bold"/>
                <a:ea typeface="Muli Bold"/>
                <a:cs typeface="Muli Bold"/>
                <a:sym typeface="Muli Bold"/>
              </a:rPr>
              <a:t>gement</a:t>
            </a:r>
          </a:p>
        </p:txBody>
      </p:sp>
      <p:sp>
        <p:nvSpPr>
          <p:cNvPr name="TextBox 28" id="28"/>
          <p:cNvSpPr txBox="true"/>
          <p:nvPr/>
        </p:nvSpPr>
        <p:spPr>
          <a:xfrm rot="0">
            <a:off x="2573052" y="8168768"/>
            <a:ext cx="3578095" cy="3397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99"/>
              </a:lnSpc>
              <a:spcBef>
                <a:spcPct val="0"/>
              </a:spcBef>
            </a:pPr>
            <a:r>
              <a:rPr lang="en-US" b="true" sz="1999">
                <a:solidFill>
                  <a:srgbClr val="3E526A"/>
                </a:solidFill>
                <a:latin typeface="Muli Bold"/>
                <a:ea typeface="Muli Bold"/>
                <a:cs typeface="Muli Bold"/>
                <a:sym typeface="Muli Bold"/>
              </a:rPr>
              <a:t>Prediction r</a:t>
            </a:r>
            <a:r>
              <a:rPr lang="en-US" b="true" sz="1999">
                <a:solidFill>
                  <a:srgbClr val="3E526A"/>
                </a:solidFill>
                <a:latin typeface="Muli Bold"/>
                <a:ea typeface="Muli Bold"/>
                <a:cs typeface="Muli Bold"/>
                <a:sym typeface="Muli Bold"/>
              </a:rPr>
              <a:t>ecord monitoring</a:t>
            </a:r>
          </a:p>
        </p:txBody>
      </p:sp>
      <p:sp>
        <p:nvSpPr>
          <p:cNvPr name="TextBox 29" id="29"/>
          <p:cNvSpPr txBox="true"/>
          <p:nvPr/>
        </p:nvSpPr>
        <p:spPr>
          <a:xfrm rot="0">
            <a:off x="2573052" y="6264403"/>
            <a:ext cx="3559762" cy="3232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59"/>
              </a:lnSpc>
              <a:spcBef>
                <a:spcPct val="0"/>
              </a:spcBef>
            </a:pPr>
            <a:r>
              <a:rPr lang="en-US" b="true" sz="1899">
                <a:solidFill>
                  <a:srgbClr val="3E526A"/>
                </a:solidFill>
                <a:latin typeface="Muli Bold"/>
                <a:ea typeface="Muli Bold"/>
                <a:cs typeface="Muli Bold"/>
                <a:sym typeface="Muli Bold"/>
              </a:rPr>
              <a:t>Dashb</a:t>
            </a:r>
            <a:r>
              <a:rPr lang="en-US" b="true" sz="1899">
                <a:solidFill>
                  <a:srgbClr val="3E526A"/>
                </a:solidFill>
                <a:latin typeface="Muli Bold"/>
                <a:ea typeface="Muli Bold"/>
                <a:cs typeface="Muli Bold"/>
                <a:sym typeface="Muli Bold"/>
              </a:rPr>
              <a:t>oard &amp; system statistics</a:t>
            </a:r>
          </a:p>
        </p:txBody>
      </p:sp>
      <p:sp>
        <p:nvSpPr>
          <p:cNvPr name="TextBox 30" id="30"/>
          <p:cNvSpPr txBox="true"/>
          <p:nvPr/>
        </p:nvSpPr>
        <p:spPr>
          <a:xfrm rot="0">
            <a:off x="2288946" y="4183543"/>
            <a:ext cx="1704197" cy="3232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59"/>
              </a:lnSpc>
              <a:spcBef>
                <a:spcPct val="0"/>
              </a:spcBef>
            </a:pPr>
            <a:r>
              <a:rPr lang="en-US" b="true" sz="1899">
                <a:solidFill>
                  <a:srgbClr val="FFFFFF"/>
                </a:solidFill>
                <a:latin typeface="Muli Bold"/>
                <a:ea typeface="Muli Bold"/>
                <a:cs typeface="Muli Bold"/>
                <a:sym typeface="Muli Bold"/>
              </a:rPr>
              <a:t>Admin Module</a:t>
            </a:r>
          </a:p>
        </p:txBody>
      </p:sp>
      <p:grpSp>
        <p:nvGrpSpPr>
          <p:cNvPr name="Group 31" id="31"/>
          <p:cNvGrpSpPr/>
          <p:nvPr/>
        </p:nvGrpSpPr>
        <p:grpSpPr>
          <a:xfrm rot="-1039392">
            <a:off x="-5599131" y="-3928144"/>
            <a:ext cx="29486263" cy="18143288"/>
            <a:chOff x="0" y="0"/>
            <a:chExt cx="39315017" cy="24191051"/>
          </a:xfrm>
        </p:grpSpPr>
        <p:sp>
          <p:nvSpPr>
            <p:cNvPr name="Freeform 32" id="32"/>
            <p:cNvSpPr/>
            <p:nvPr/>
          </p:nvSpPr>
          <p:spPr>
            <a:xfrm flipH="false" flipV="true" rot="0">
              <a:off x="10693806" y="890869"/>
              <a:ext cx="13700313" cy="12738888"/>
            </a:xfrm>
            <a:custGeom>
              <a:avLst/>
              <a:gdLst/>
              <a:ahLst/>
              <a:cxnLst/>
              <a:rect r="r" b="b" t="t" l="l"/>
              <a:pathLst>
                <a:path h="12738888" w="13700313">
                  <a:moveTo>
                    <a:pt x="0" y="12738888"/>
                  </a:moveTo>
                  <a:lnTo>
                    <a:pt x="13700313" y="12738888"/>
                  </a:lnTo>
                  <a:lnTo>
                    <a:pt x="13700313" y="0"/>
                  </a:lnTo>
                  <a:lnTo>
                    <a:pt x="0" y="0"/>
                  </a:lnTo>
                  <a:lnTo>
                    <a:pt x="0" y="12738888"/>
                  </a:lnTo>
                  <a:close/>
                </a:path>
              </a:pathLst>
            </a:custGeom>
            <a:blipFill>
              <a:blip r:embed="rId13">
                <a:alphaModFix amt="10999"/>
              </a:blip>
              <a:stretch>
                <a:fillRect l="0" t="0" r="0" b="0"/>
              </a:stretch>
            </a:blipFill>
          </p:spPr>
        </p:sp>
        <p:sp>
          <p:nvSpPr>
            <p:cNvPr name="Freeform 33" id="33"/>
            <p:cNvSpPr/>
            <p:nvPr/>
          </p:nvSpPr>
          <p:spPr>
            <a:xfrm flipH="false" flipV="true" rot="0">
              <a:off x="21387611" y="0"/>
              <a:ext cx="13700313" cy="12738888"/>
            </a:xfrm>
            <a:custGeom>
              <a:avLst/>
              <a:gdLst/>
              <a:ahLst/>
              <a:cxnLst/>
              <a:rect r="r" b="b" t="t" l="l"/>
              <a:pathLst>
                <a:path h="12738888" w="13700313">
                  <a:moveTo>
                    <a:pt x="0" y="12738888"/>
                  </a:moveTo>
                  <a:lnTo>
                    <a:pt x="13700314" y="12738888"/>
                  </a:lnTo>
                  <a:lnTo>
                    <a:pt x="13700314" y="0"/>
                  </a:lnTo>
                  <a:lnTo>
                    <a:pt x="0" y="0"/>
                  </a:lnTo>
                  <a:lnTo>
                    <a:pt x="0" y="12738888"/>
                  </a:lnTo>
                  <a:close/>
                </a:path>
              </a:pathLst>
            </a:custGeom>
            <a:blipFill>
              <a:blip r:embed="rId13">
                <a:alphaModFix amt="10999"/>
              </a:blip>
              <a:stretch>
                <a:fillRect l="0" t="0" r="0" b="0"/>
              </a:stretch>
            </a:blipFill>
          </p:spPr>
        </p:sp>
        <p:sp>
          <p:nvSpPr>
            <p:cNvPr name="Freeform 34" id="34"/>
            <p:cNvSpPr/>
            <p:nvPr/>
          </p:nvSpPr>
          <p:spPr>
            <a:xfrm flipH="true" flipV="false" rot="0">
              <a:off x="25614703" y="9670425"/>
              <a:ext cx="13700313" cy="12738888"/>
            </a:xfrm>
            <a:custGeom>
              <a:avLst/>
              <a:gdLst/>
              <a:ahLst/>
              <a:cxnLst/>
              <a:rect r="r" b="b" t="t" l="l"/>
              <a:pathLst>
                <a:path h="12738888" w="13700313">
                  <a:moveTo>
                    <a:pt x="13700314" y="0"/>
                  </a:moveTo>
                  <a:lnTo>
                    <a:pt x="0" y="0"/>
                  </a:lnTo>
                  <a:lnTo>
                    <a:pt x="0" y="12738888"/>
                  </a:lnTo>
                  <a:lnTo>
                    <a:pt x="13700314" y="12738888"/>
                  </a:lnTo>
                  <a:lnTo>
                    <a:pt x="13700314" y="0"/>
                  </a:lnTo>
                  <a:close/>
                </a:path>
              </a:pathLst>
            </a:custGeom>
            <a:blipFill>
              <a:blip r:embed="rId13">
                <a:alphaModFix amt="10999"/>
              </a:blip>
              <a:stretch>
                <a:fillRect l="0" t="0" r="0" b="0"/>
              </a:stretch>
            </a:blipFill>
          </p:spPr>
        </p:sp>
        <p:sp>
          <p:nvSpPr>
            <p:cNvPr name="Freeform 35" id="35"/>
            <p:cNvSpPr/>
            <p:nvPr/>
          </p:nvSpPr>
          <p:spPr>
            <a:xfrm flipH="true" flipV="false" rot="0">
              <a:off x="14920898" y="10561294"/>
              <a:ext cx="13700313" cy="12738888"/>
            </a:xfrm>
            <a:custGeom>
              <a:avLst/>
              <a:gdLst/>
              <a:ahLst/>
              <a:cxnLst/>
              <a:rect r="r" b="b" t="t" l="l"/>
              <a:pathLst>
                <a:path h="12738888" w="13700313">
                  <a:moveTo>
                    <a:pt x="13700313" y="0"/>
                  </a:moveTo>
                  <a:lnTo>
                    <a:pt x="0" y="0"/>
                  </a:lnTo>
                  <a:lnTo>
                    <a:pt x="0" y="12738888"/>
                  </a:lnTo>
                  <a:lnTo>
                    <a:pt x="13700313" y="12738888"/>
                  </a:lnTo>
                  <a:lnTo>
                    <a:pt x="13700313" y="0"/>
                  </a:lnTo>
                  <a:close/>
                </a:path>
              </a:pathLst>
            </a:custGeom>
            <a:blipFill>
              <a:blip r:embed="rId13">
                <a:alphaModFix amt="10999"/>
              </a:blip>
              <a:stretch>
                <a:fillRect l="0" t="0" r="0" b="0"/>
              </a:stretch>
            </a:blipFill>
          </p:spPr>
        </p:sp>
        <p:sp>
          <p:nvSpPr>
            <p:cNvPr name="Freeform 36" id="36"/>
            <p:cNvSpPr/>
            <p:nvPr/>
          </p:nvSpPr>
          <p:spPr>
            <a:xfrm flipH="false" flipV="true" rot="0">
              <a:off x="0" y="1781739"/>
              <a:ext cx="13700313" cy="12738888"/>
            </a:xfrm>
            <a:custGeom>
              <a:avLst/>
              <a:gdLst/>
              <a:ahLst/>
              <a:cxnLst/>
              <a:rect r="r" b="b" t="t" l="l"/>
              <a:pathLst>
                <a:path h="12738888" w="13700313">
                  <a:moveTo>
                    <a:pt x="0" y="12738888"/>
                  </a:moveTo>
                  <a:lnTo>
                    <a:pt x="13700313" y="12738888"/>
                  </a:lnTo>
                  <a:lnTo>
                    <a:pt x="13700313" y="0"/>
                  </a:lnTo>
                  <a:lnTo>
                    <a:pt x="0" y="0"/>
                  </a:lnTo>
                  <a:lnTo>
                    <a:pt x="0" y="12738888"/>
                  </a:lnTo>
                  <a:close/>
                </a:path>
              </a:pathLst>
            </a:custGeom>
            <a:blipFill>
              <a:blip r:embed="rId13">
                <a:alphaModFix amt="10999"/>
              </a:blip>
              <a:stretch>
                <a:fillRect l="0" t="0" r="0" b="0"/>
              </a:stretch>
            </a:blipFill>
          </p:spPr>
        </p:sp>
        <p:sp>
          <p:nvSpPr>
            <p:cNvPr name="Freeform 37" id="37"/>
            <p:cNvSpPr/>
            <p:nvPr/>
          </p:nvSpPr>
          <p:spPr>
            <a:xfrm flipH="true" flipV="false" rot="0">
              <a:off x="4227092" y="11452163"/>
              <a:ext cx="13700313" cy="12738888"/>
            </a:xfrm>
            <a:custGeom>
              <a:avLst/>
              <a:gdLst/>
              <a:ahLst/>
              <a:cxnLst/>
              <a:rect r="r" b="b" t="t" l="l"/>
              <a:pathLst>
                <a:path h="12738888" w="13700313">
                  <a:moveTo>
                    <a:pt x="13700313" y="0"/>
                  </a:moveTo>
                  <a:lnTo>
                    <a:pt x="0" y="0"/>
                  </a:lnTo>
                  <a:lnTo>
                    <a:pt x="0" y="12738888"/>
                  </a:lnTo>
                  <a:lnTo>
                    <a:pt x="13700313" y="12738888"/>
                  </a:lnTo>
                  <a:lnTo>
                    <a:pt x="13700313" y="0"/>
                  </a:lnTo>
                  <a:close/>
                </a:path>
              </a:pathLst>
            </a:custGeom>
            <a:blipFill>
              <a:blip r:embed="rId13">
                <a:alphaModFix amt="10999"/>
              </a:blip>
              <a:stretch>
                <a:fillRect l="0" t="0" r="0" b="0"/>
              </a:stretch>
            </a:blipFill>
          </p:spPr>
        </p:sp>
      </p:grpSp>
      <p:sp>
        <p:nvSpPr>
          <p:cNvPr name="Freeform 38" id="38"/>
          <p:cNvSpPr/>
          <p:nvPr/>
        </p:nvSpPr>
        <p:spPr>
          <a:xfrm flipH="false" flipV="false" rot="0">
            <a:off x="5901466" y="5143500"/>
            <a:ext cx="5990988" cy="437060"/>
          </a:xfrm>
          <a:custGeom>
            <a:avLst/>
            <a:gdLst/>
            <a:ahLst/>
            <a:cxnLst/>
            <a:rect r="r" b="b" t="t" l="l"/>
            <a:pathLst>
              <a:path h="437060" w="5990988">
                <a:moveTo>
                  <a:pt x="0" y="0"/>
                </a:moveTo>
                <a:lnTo>
                  <a:pt x="5990987" y="0"/>
                </a:lnTo>
                <a:lnTo>
                  <a:pt x="5990987" y="437060"/>
                </a:lnTo>
                <a:lnTo>
                  <a:pt x="0" y="437060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>
              <a:fillRect l="0" t="0" r="0" b="-119319"/>
            </a:stretch>
          </a:blipFill>
        </p:spPr>
      </p:sp>
      <p:sp>
        <p:nvSpPr>
          <p:cNvPr name="TextBox 39" id="39"/>
          <p:cNvSpPr txBox="true"/>
          <p:nvPr/>
        </p:nvSpPr>
        <p:spPr>
          <a:xfrm rot="0">
            <a:off x="6151148" y="5150995"/>
            <a:ext cx="5491624" cy="3232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659"/>
              </a:lnSpc>
              <a:spcBef>
                <a:spcPct val="0"/>
              </a:spcBef>
            </a:pPr>
            <a:r>
              <a:rPr lang="en-US" b="true" sz="1899">
                <a:solidFill>
                  <a:srgbClr val="3E526A"/>
                </a:solidFill>
                <a:latin typeface="Muli Bold"/>
                <a:ea typeface="Muli Bold"/>
                <a:cs typeface="Muli Bold"/>
                <a:sym typeface="Muli Bold"/>
              </a:rPr>
              <a:t>Secure access to the administration dashboard.</a:t>
            </a:r>
          </a:p>
        </p:txBody>
      </p:sp>
      <p:sp>
        <p:nvSpPr>
          <p:cNvPr name="Freeform 40" id="40"/>
          <p:cNvSpPr/>
          <p:nvPr/>
        </p:nvSpPr>
        <p:spPr>
          <a:xfrm flipH="false" flipV="false" rot="0">
            <a:off x="6639684" y="6170894"/>
            <a:ext cx="5990988" cy="437060"/>
          </a:xfrm>
          <a:custGeom>
            <a:avLst/>
            <a:gdLst/>
            <a:ahLst/>
            <a:cxnLst/>
            <a:rect r="r" b="b" t="t" l="l"/>
            <a:pathLst>
              <a:path h="437060" w="5990988">
                <a:moveTo>
                  <a:pt x="0" y="0"/>
                </a:moveTo>
                <a:lnTo>
                  <a:pt x="5990988" y="0"/>
                </a:lnTo>
                <a:lnTo>
                  <a:pt x="5990988" y="437060"/>
                </a:lnTo>
                <a:lnTo>
                  <a:pt x="0" y="437060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>
              <a:fillRect l="0" t="0" r="0" b="-119319"/>
            </a:stretch>
          </a:blipFill>
        </p:spPr>
      </p:sp>
      <p:sp>
        <p:nvSpPr>
          <p:cNvPr name="TextBox 41" id="41"/>
          <p:cNvSpPr txBox="true"/>
          <p:nvPr/>
        </p:nvSpPr>
        <p:spPr>
          <a:xfrm rot="0">
            <a:off x="6903705" y="6208767"/>
            <a:ext cx="5462945" cy="3232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659"/>
              </a:lnSpc>
              <a:spcBef>
                <a:spcPct val="0"/>
              </a:spcBef>
            </a:pPr>
            <a:r>
              <a:rPr lang="en-US" b="true" sz="1899">
                <a:solidFill>
                  <a:srgbClr val="3E526A"/>
                </a:solidFill>
                <a:latin typeface="Muli Bold"/>
                <a:ea typeface="Muli Bold"/>
                <a:cs typeface="Muli Bold"/>
                <a:sym typeface="Muli Bold"/>
              </a:rPr>
              <a:t>View an overview of system activity and usage.</a:t>
            </a:r>
          </a:p>
        </p:txBody>
      </p:sp>
      <p:sp>
        <p:nvSpPr>
          <p:cNvPr name="Freeform 42" id="42"/>
          <p:cNvSpPr/>
          <p:nvPr/>
        </p:nvSpPr>
        <p:spPr>
          <a:xfrm flipH="false" flipV="false" rot="0">
            <a:off x="6027082" y="7053045"/>
            <a:ext cx="6233836" cy="454776"/>
          </a:xfrm>
          <a:custGeom>
            <a:avLst/>
            <a:gdLst/>
            <a:ahLst/>
            <a:cxnLst/>
            <a:rect r="r" b="b" t="t" l="l"/>
            <a:pathLst>
              <a:path h="454776" w="6233836">
                <a:moveTo>
                  <a:pt x="0" y="0"/>
                </a:moveTo>
                <a:lnTo>
                  <a:pt x="6233836" y="0"/>
                </a:lnTo>
                <a:lnTo>
                  <a:pt x="6233836" y="454776"/>
                </a:lnTo>
                <a:lnTo>
                  <a:pt x="0" y="454776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>
              <a:fillRect l="0" t="0" r="0" b="-119319"/>
            </a:stretch>
          </a:blipFill>
        </p:spPr>
      </p:sp>
      <p:sp>
        <p:nvSpPr>
          <p:cNvPr name="Freeform 43" id="43"/>
          <p:cNvSpPr/>
          <p:nvPr/>
        </p:nvSpPr>
        <p:spPr>
          <a:xfrm flipH="false" flipV="false" rot="0">
            <a:off x="6522252" y="8071434"/>
            <a:ext cx="7212282" cy="526157"/>
          </a:xfrm>
          <a:custGeom>
            <a:avLst/>
            <a:gdLst/>
            <a:ahLst/>
            <a:cxnLst/>
            <a:rect r="r" b="b" t="t" l="l"/>
            <a:pathLst>
              <a:path h="526157" w="7212282">
                <a:moveTo>
                  <a:pt x="0" y="0"/>
                </a:moveTo>
                <a:lnTo>
                  <a:pt x="7212282" y="0"/>
                </a:lnTo>
                <a:lnTo>
                  <a:pt x="7212282" y="526156"/>
                </a:lnTo>
                <a:lnTo>
                  <a:pt x="0" y="526156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>
              <a:fillRect l="0" t="0" r="0" b="-119319"/>
            </a:stretch>
          </a:blipFill>
        </p:spPr>
      </p:sp>
      <p:sp>
        <p:nvSpPr>
          <p:cNvPr name="TextBox 44" id="44"/>
          <p:cNvSpPr txBox="true"/>
          <p:nvPr/>
        </p:nvSpPr>
        <p:spPr>
          <a:xfrm rot="0">
            <a:off x="6132814" y="7074028"/>
            <a:ext cx="6108420" cy="3232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659"/>
              </a:lnSpc>
              <a:spcBef>
                <a:spcPct val="0"/>
              </a:spcBef>
            </a:pPr>
            <a:r>
              <a:rPr lang="en-US" b="true" sz="1899">
                <a:solidFill>
                  <a:srgbClr val="3E526A"/>
                </a:solidFill>
                <a:latin typeface="Muli Bold"/>
                <a:ea typeface="Muli Bold"/>
                <a:cs typeface="Muli Bold"/>
                <a:sym typeface="Muli Bold"/>
              </a:rPr>
              <a:t>View, manage, and control registered user accounts.</a:t>
            </a:r>
          </a:p>
        </p:txBody>
      </p:sp>
      <p:sp>
        <p:nvSpPr>
          <p:cNvPr name="TextBox 45" id="45"/>
          <p:cNvSpPr txBox="true"/>
          <p:nvPr/>
        </p:nvSpPr>
        <p:spPr>
          <a:xfrm rot="0">
            <a:off x="6522252" y="8109306"/>
            <a:ext cx="7212282" cy="3232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659"/>
              </a:lnSpc>
              <a:spcBef>
                <a:spcPct val="0"/>
              </a:spcBef>
            </a:pPr>
            <a:r>
              <a:rPr lang="en-US" b="true" sz="1899">
                <a:solidFill>
                  <a:srgbClr val="3E526A"/>
                </a:solidFill>
                <a:latin typeface="Muli Bold"/>
                <a:ea typeface="Muli Bold"/>
                <a:cs typeface="Muli Bold"/>
                <a:sym typeface="Muli Bold"/>
              </a:rPr>
              <a:t>Mon</a:t>
            </a:r>
            <a:r>
              <a:rPr lang="en-US" b="true" sz="1899">
                <a:solidFill>
                  <a:srgbClr val="3E526A"/>
                </a:solidFill>
                <a:latin typeface="Muli Bold"/>
                <a:ea typeface="Muli Bold"/>
                <a:cs typeface="Muli Bold"/>
                <a:sym typeface="Muli Bold"/>
              </a:rPr>
              <a:t>itor image-analysis records and generated AI predictions.</a:t>
            </a:r>
          </a:p>
        </p:txBody>
      </p:sp>
      <p:grpSp>
        <p:nvGrpSpPr>
          <p:cNvPr name="Group 46" id="46"/>
          <p:cNvGrpSpPr/>
          <p:nvPr/>
        </p:nvGrpSpPr>
        <p:grpSpPr>
          <a:xfrm rot="0">
            <a:off x="328767" y="360263"/>
            <a:ext cx="17630466" cy="9566473"/>
            <a:chOff x="0" y="0"/>
            <a:chExt cx="23507288" cy="12755298"/>
          </a:xfrm>
        </p:grpSpPr>
        <p:grpSp>
          <p:nvGrpSpPr>
            <p:cNvPr name="Group 47" id="47"/>
            <p:cNvGrpSpPr/>
            <p:nvPr/>
          </p:nvGrpSpPr>
          <p:grpSpPr>
            <a:xfrm rot="0">
              <a:off x="0" y="7832412"/>
              <a:ext cx="63500" cy="4922886"/>
              <a:chOff x="0" y="0"/>
              <a:chExt cx="12543" cy="972422"/>
            </a:xfrm>
          </p:grpSpPr>
          <p:sp>
            <p:nvSpPr>
              <p:cNvPr name="Freeform 48" id="48"/>
              <p:cNvSpPr/>
              <p:nvPr/>
            </p:nvSpPr>
            <p:spPr>
              <a:xfrm flipH="false" flipV="false" rot="0">
                <a:off x="0" y="0"/>
                <a:ext cx="12543" cy="972422"/>
              </a:xfrm>
              <a:custGeom>
                <a:avLst/>
                <a:gdLst/>
                <a:ahLst/>
                <a:cxnLst/>
                <a:rect r="r" b="b" t="t" l="l"/>
                <a:pathLst>
                  <a:path h="972422" w="12543">
                    <a:moveTo>
                      <a:pt x="0" y="0"/>
                    </a:moveTo>
                    <a:lnTo>
                      <a:pt x="12543" y="0"/>
                    </a:lnTo>
                    <a:lnTo>
                      <a:pt x="12543" y="972422"/>
                    </a:lnTo>
                    <a:lnTo>
                      <a:pt x="0" y="972422"/>
                    </a:lnTo>
                    <a:close/>
                  </a:path>
                </a:pathLst>
              </a:custGeom>
              <a:solidFill>
                <a:srgbClr val="17415F"/>
              </a:solidFill>
            </p:spPr>
          </p:sp>
          <p:sp>
            <p:nvSpPr>
              <p:cNvPr name="TextBox 49" id="49"/>
              <p:cNvSpPr txBox="true"/>
              <p:nvPr/>
            </p:nvSpPr>
            <p:spPr>
              <a:xfrm>
                <a:off x="0" y="-38100"/>
                <a:ext cx="12543" cy="1010522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grpSp>
          <p:nvGrpSpPr>
            <p:cNvPr name="Group 50" id="50"/>
            <p:cNvGrpSpPr/>
            <p:nvPr/>
          </p:nvGrpSpPr>
          <p:grpSpPr>
            <a:xfrm rot="-5400000">
              <a:off x="6920832" y="5834466"/>
              <a:ext cx="63500" cy="13778164"/>
              <a:chOff x="0" y="0"/>
              <a:chExt cx="12543" cy="2721613"/>
            </a:xfrm>
          </p:grpSpPr>
          <p:sp>
            <p:nvSpPr>
              <p:cNvPr name="Freeform 51" id="51"/>
              <p:cNvSpPr/>
              <p:nvPr/>
            </p:nvSpPr>
            <p:spPr>
              <a:xfrm flipH="false" flipV="false" rot="0">
                <a:off x="0" y="0"/>
                <a:ext cx="12543" cy="2721613"/>
              </a:xfrm>
              <a:custGeom>
                <a:avLst/>
                <a:gdLst/>
                <a:ahLst/>
                <a:cxnLst/>
                <a:rect r="r" b="b" t="t" l="l"/>
                <a:pathLst>
                  <a:path h="2721613" w="12543">
                    <a:moveTo>
                      <a:pt x="0" y="0"/>
                    </a:moveTo>
                    <a:lnTo>
                      <a:pt x="12543" y="0"/>
                    </a:lnTo>
                    <a:lnTo>
                      <a:pt x="12543" y="2721613"/>
                    </a:lnTo>
                    <a:lnTo>
                      <a:pt x="0" y="2721613"/>
                    </a:lnTo>
                    <a:close/>
                  </a:path>
                </a:pathLst>
              </a:custGeom>
              <a:solidFill>
                <a:srgbClr val="17415F"/>
              </a:solidFill>
            </p:spPr>
          </p:sp>
          <p:sp>
            <p:nvSpPr>
              <p:cNvPr name="TextBox 52" id="52"/>
              <p:cNvSpPr txBox="true"/>
              <p:nvPr/>
            </p:nvSpPr>
            <p:spPr>
              <a:xfrm>
                <a:off x="0" y="-38100"/>
                <a:ext cx="12543" cy="2759713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grpSp>
          <p:nvGrpSpPr>
            <p:cNvPr name="Group 53" id="53"/>
            <p:cNvGrpSpPr/>
            <p:nvPr/>
          </p:nvGrpSpPr>
          <p:grpSpPr>
            <a:xfrm rot="-10800000">
              <a:off x="23443788" y="0"/>
              <a:ext cx="63500" cy="4922886"/>
              <a:chOff x="0" y="0"/>
              <a:chExt cx="12543" cy="972422"/>
            </a:xfrm>
          </p:grpSpPr>
          <p:sp>
            <p:nvSpPr>
              <p:cNvPr name="Freeform 54" id="54"/>
              <p:cNvSpPr/>
              <p:nvPr/>
            </p:nvSpPr>
            <p:spPr>
              <a:xfrm flipH="false" flipV="false" rot="0">
                <a:off x="0" y="0"/>
                <a:ext cx="12543" cy="972422"/>
              </a:xfrm>
              <a:custGeom>
                <a:avLst/>
                <a:gdLst/>
                <a:ahLst/>
                <a:cxnLst/>
                <a:rect r="r" b="b" t="t" l="l"/>
                <a:pathLst>
                  <a:path h="972422" w="12543">
                    <a:moveTo>
                      <a:pt x="0" y="0"/>
                    </a:moveTo>
                    <a:lnTo>
                      <a:pt x="12543" y="0"/>
                    </a:lnTo>
                    <a:lnTo>
                      <a:pt x="12543" y="972422"/>
                    </a:lnTo>
                    <a:lnTo>
                      <a:pt x="0" y="972422"/>
                    </a:lnTo>
                    <a:close/>
                  </a:path>
                </a:pathLst>
              </a:custGeom>
              <a:solidFill>
                <a:srgbClr val="17415F"/>
              </a:solidFill>
            </p:spPr>
          </p:sp>
          <p:sp>
            <p:nvSpPr>
              <p:cNvPr name="TextBox 55" id="55"/>
              <p:cNvSpPr txBox="true"/>
              <p:nvPr/>
            </p:nvSpPr>
            <p:spPr>
              <a:xfrm>
                <a:off x="0" y="-38100"/>
                <a:ext cx="12543" cy="1010522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grpSp>
          <p:nvGrpSpPr>
            <p:cNvPr name="Group 56" id="56"/>
            <p:cNvGrpSpPr/>
            <p:nvPr/>
          </p:nvGrpSpPr>
          <p:grpSpPr>
            <a:xfrm rot="5400000">
              <a:off x="16522956" y="-6857332"/>
              <a:ext cx="63500" cy="13778164"/>
              <a:chOff x="0" y="0"/>
              <a:chExt cx="12543" cy="2721613"/>
            </a:xfrm>
          </p:grpSpPr>
          <p:sp>
            <p:nvSpPr>
              <p:cNvPr name="Freeform 57" id="57"/>
              <p:cNvSpPr/>
              <p:nvPr/>
            </p:nvSpPr>
            <p:spPr>
              <a:xfrm flipH="false" flipV="false" rot="0">
                <a:off x="0" y="0"/>
                <a:ext cx="12543" cy="2721613"/>
              </a:xfrm>
              <a:custGeom>
                <a:avLst/>
                <a:gdLst/>
                <a:ahLst/>
                <a:cxnLst/>
                <a:rect r="r" b="b" t="t" l="l"/>
                <a:pathLst>
                  <a:path h="2721613" w="12543">
                    <a:moveTo>
                      <a:pt x="0" y="0"/>
                    </a:moveTo>
                    <a:lnTo>
                      <a:pt x="12543" y="0"/>
                    </a:lnTo>
                    <a:lnTo>
                      <a:pt x="12543" y="2721613"/>
                    </a:lnTo>
                    <a:lnTo>
                      <a:pt x="0" y="2721613"/>
                    </a:lnTo>
                    <a:close/>
                  </a:path>
                </a:pathLst>
              </a:custGeom>
              <a:solidFill>
                <a:srgbClr val="17415F"/>
              </a:solidFill>
            </p:spPr>
          </p:sp>
          <p:sp>
            <p:nvSpPr>
              <p:cNvPr name="TextBox 58" id="58"/>
              <p:cNvSpPr txBox="true"/>
              <p:nvPr/>
            </p:nvSpPr>
            <p:spPr>
              <a:xfrm>
                <a:off x="0" y="-38100"/>
                <a:ext cx="12543" cy="2759713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grpSp>
          <p:nvGrpSpPr>
            <p:cNvPr name="Group 59" id="59"/>
            <p:cNvGrpSpPr/>
            <p:nvPr/>
          </p:nvGrpSpPr>
          <p:grpSpPr>
            <a:xfrm rot="-10800000">
              <a:off x="22957231" y="413305"/>
              <a:ext cx="63500" cy="1669468"/>
              <a:chOff x="0" y="0"/>
              <a:chExt cx="12543" cy="329771"/>
            </a:xfrm>
          </p:grpSpPr>
          <p:sp>
            <p:nvSpPr>
              <p:cNvPr name="Freeform 60" id="60"/>
              <p:cNvSpPr/>
              <p:nvPr/>
            </p:nvSpPr>
            <p:spPr>
              <a:xfrm flipH="false" flipV="false" rot="0">
                <a:off x="0" y="0"/>
                <a:ext cx="12543" cy="329771"/>
              </a:xfrm>
              <a:custGeom>
                <a:avLst/>
                <a:gdLst/>
                <a:ahLst/>
                <a:cxnLst/>
                <a:rect r="r" b="b" t="t" l="l"/>
                <a:pathLst>
                  <a:path h="329771" w="12543">
                    <a:moveTo>
                      <a:pt x="0" y="0"/>
                    </a:moveTo>
                    <a:lnTo>
                      <a:pt x="12543" y="0"/>
                    </a:lnTo>
                    <a:lnTo>
                      <a:pt x="12543" y="329771"/>
                    </a:lnTo>
                    <a:lnTo>
                      <a:pt x="0" y="329771"/>
                    </a:lnTo>
                    <a:close/>
                  </a:path>
                </a:pathLst>
              </a:custGeom>
              <a:solidFill>
                <a:srgbClr val="17415F"/>
              </a:solidFill>
            </p:spPr>
          </p:sp>
          <p:sp>
            <p:nvSpPr>
              <p:cNvPr name="TextBox 61" id="61"/>
              <p:cNvSpPr txBox="true"/>
              <p:nvPr/>
            </p:nvSpPr>
            <p:spPr>
              <a:xfrm>
                <a:off x="0" y="-38100"/>
                <a:ext cx="12543" cy="367871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grpSp>
          <p:nvGrpSpPr>
            <p:cNvPr name="Group 62" id="62"/>
            <p:cNvGrpSpPr/>
            <p:nvPr/>
          </p:nvGrpSpPr>
          <p:grpSpPr>
            <a:xfrm rot="5400000">
              <a:off x="20138971" y="-2378926"/>
              <a:ext cx="63500" cy="5647961"/>
              <a:chOff x="0" y="0"/>
              <a:chExt cx="12543" cy="1115647"/>
            </a:xfrm>
          </p:grpSpPr>
          <p:sp>
            <p:nvSpPr>
              <p:cNvPr name="Freeform 63" id="63"/>
              <p:cNvSpPr/>
              <p:nvPr/>
            </p:nvSpPr>
            <p:spPr>
              <a:xfrm flipH="false" flipV="false" rot="0">
                <a:off x="0" y="0"/>
                <a:ext cx="12543" cy="1115647"/>
              </a:xfrm>
              <a:custGeom>
                <a:avLst/>
                <a:gdLst/>
                <a:ahLst/>
                <a:cxnLst/>
                <a:rect r="r" b="b" t="t" l="l"/>
                <a:pathLst>
                  <a:path h="1115647" w="12543">
                    <a:moveTo>
                      <a:pt x="0" y="0"/>
                    </a:moveTo>
                    <a:lnTo>
                      <a:pt x="12543" y="0"/>
                    </a:lnTo>
                    <a:lnTo>
                      <a:pt x="12543" y="1115647"/>
                    </a:lnTo>
                    <a:lnTo>
                      <a:pt x="0" y="1115647"/>
                    </a:lnTo>
                    <a:close/>
                  </a:path>
                </a:pathLst>
              </a:custGeom>
              <a:solidFill>
                <a:srgbClr val="17415F"/>
              </a:solidFill>
            </p:spPr>
          </p:sp>
          <p:sp>
            <p:nvSpPr>
              <p:cNvPr name="TextBox 64" id="64"/>
              <p:cNvSpPr txBox="true"/>
              <p:nvPr/>
            </p:nvSpPr>
            <p:spPr>
              <a:xfrm>
                <a:off x="0" y="-38100"/>
                <a:ext cx="12543" cy="1153747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grpSp>
          <p:nvGrpSpPr>
            <p:cNvPr name="Group 65" id="65"/>
            <p:cNvGrpSpPr/>
            <p:nvPr/>
          </p:nvGrpSpPr>
          <p:grpSpPr>
            <a:xfrm rot="0">
              <a:off x="486556" y="10672525"/>
              <a:ext cx="63500" cy="1669468"/>
              <a:chOff x="0" y="0"/>
              <a:chExt cx="12543" cy="329771"/>
            </a:xfrm>
          </p:grpSpPr>
          <p:sp>
            <p:nvSpPr>
              <p:cNvPr name="Freeform 66" id="66"/>
              <p:cNvSpPr/>
              <p:nvPr/>
            </p:nvSpPr>
            <p:spPr>
              <a:xfrm flipH="false" flipV="false" rot="0">
                <a:off x="0" y="0"/>
                <a:ext cx="12543" cy="329771"/>
              </a:xfrm>
              <a:custGeom>
                <a:avLst/>
                <a:gdLst/>
                <a:ahLst/>
                <a:cxnLst/>
                <a:rect r="r" b="b" t="t" l="l"/>
                <a:pathLst>
                  <a:path h="329771" w="12543">
                    <a:moveTo>
                      <a:pt x="0" y="0"/>
                    </a:moveTo>
                    <a:lnTo>
                      <a:pt x="12543" y="0"/>
                    </a:lnTo>
                    <a:lnTo>
                      <a:pt x="12543" y="329771"/>
                    </a:lnTo>
                    <a:lnTo>
                      <a:pt x="0" y="329771"/>
                    </a:lnTo>
                    <a:close/>
                  </a:path>
                </a:pathLst>
              </a:custGeom>
              <a:solidFill>
                <a:srgbClr val="17415F"/>
              </a:solidFill>
            </p:spPr>
          </p:sp>
          <p:sp>
            <p:nvSpPr>
              <p:cNvPr name="TextBox 67" id="67"/>
              <p:cNvSpPr txBox="true"/>
              <p:nvPr/>
            </p:nvSpPr>
            <p:spPr>
              <a:xfrm>
                <a:off x="0" y="-38100"/>
                <a:ext cx="12543" cy="367871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grpSp>
          <p:nvGrpSpPr>
            <p:cNvPr name="Group 68" id="68"/>
            <p:cNvGrpSpPr/>
            <p:nvPr/>
          </p:nvGrpSpPr>
          <p:grpSpPr>
            <a:xfrm rot="-5400000">
              <a:off x="3304817" y="9486262"/>
              <a:ext cx="63500" cy="5647961"/>
              <a:chOff x="0" y="0"/>
              <a:chExt cx="12543" cy="1115647"/>
            </a:xfrm>
          </p:grpSpPr>
          <p:sp>
            <p:nvSpPr>
              <p:cNvPr name="Freeform 69" id="69"/>
              <p:cNvSpPr/>
              <p:nvPr/>
            </p:nvSpPr>
            <p:spPr>
              <a:xfrm flipH="false" flipV="false" rot="0">
                <a:off x="0" y="0"/>
                <a:ext cx="12543" cy="1115647"/>
              </a:xfrm>
              <a:custGeom>
                <a:avLst/>
                <a:gdLst/>
                <a:ahLst/>
                <a:cxnLst/>
                <a:rect r="r" b="b" t="t" l="l"/>
                <a:pathLst>
                  <a:path h="1115647" w="12543">
                    <a:moveTo>
                      <a:pt x="0" y="0"/>
                    </a:moveTo>
                    <a:lnTo>
                      <a:pt x="12543" y="0"/>
                    </a:lnTo>
                    <a:lnTo>
                      <a:pt x="12543" y="1115647"/>
                    </a:lnTo>
                    <a:lnTo>
                      <a:pt x="0" y="1115647"/>
                    </a:lnTo>
                    <a:close/>
                  </a:path>
                </a:pathLst>
              </a:custGeom>
              <a:solidFill>
                <a:srgbClr val="17415F"/>
              </a:solidFill>
            </p:spPr>
          </p:sp>
          <p:sp>
            <p:nvSpPr>
              <p:cNvPr name="TextBox 70" id="70"/>
              <p:cNvSpPr txBox="true"/>
              <p:nvPr/>
            </p:nvSpPr>
            <p:spPr>
              <a:xfrm>
                <a:off x="0" y="-38100"/>
                <a:ext cx="12543" cy="1153747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</p:grpSp>
    </p:spTree>
  </p:cSld>
  <p:clrMapOvr>
    <a:masterClrMapping/>
  </p:clrMapOvr>
</p:sld>
</file>

<file path=ppt/slides/slide1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gradFill rotWithShape="true">
          <a:gsLst>
            <a:gs pos="0">
              <a:srgbClr val="FBFBFB">
                <a:alpha val="100000"/>
              </a:srgbClr>
            </a:gs>
            <a:gs pos="33333">
              <a:srgbClr val="F1F1F1">
                <a:alpha val="66500"/>
              </a:srgbClr>
            </a:gs>
            <a:gs pos="66667">
              <a:srgbClr val="E9E9E9">
                <a:alpha val="67000"/>
              </a:srgbClr>
            </a:gs>
            <a:gs pos="100000">
              <a:srgbClr val="E0E1E3">
                <a:alpha val="25000"/>
              </a:srgbClr>
            </a:gs>
          </a:gsLst>
          <a:lin ang="540000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-1039392">
            <a:off x="-5787023" y="-4632737"/>
            <a:ext cx="29486263" cy="18143288"/>
            <a:chOff x="0" y="0"/>
            <a:chExt cx="39315017" cy="24191051"/>
          </a:xfrm>
        </p:grpSpPr>
        <p:sp>
          <p:nvSpPr>
            <p:cNvPr name="Freeform 3" id="3"/>
            <p:cNvSpPr/>
            <p:nvPr/>
          </p:nvSpPr>
          <p:spPr>
            <a:xfrm flipH="false" flipV="true" rot="0">
              <a:off x="10693806" y="890869"/>
              <a:ext cx="13700313" cy="12738888"/>
            </a:xfrm>
            <a:custGeom>
              <a:avLst/>
              <a:gdLst/>
              <a:ahLst/>
              <a:cxnLst/>
              <a:rect r="r" b="b" t="t" l="l"/>
              <a:pathLst>
                <a:path h="12738888" w="13700313">
                  <a:moveTo>
                    <a:pt x="0" y="12738888"/>
                  </a:moveTo>
                  <a:lnTo>
                    <a:pt x="13700313" y="12738888"/>
                  </a:lnTo>
                  <a:lnTo>
                    <a:pt x="13700313" y="0"/>
                  </a:lnTo>
                  <a:lnTo>
                    <a:pt x="0" y="0"/>
                  </a:lnTo>
                  <a:lnTo>
                    <a:pt x="0" y="12738888"/>
                  </a:lnTo>
                  <a:close/>
                </a:path>
              </a:pathLst>
            </a:custGeom>
            <a:blipFill>
              <a:blip r:embed="rId2">
                <a:alphaModFix amt="10999"/>
              </a:blip>
              <a:stretch>
                <a:fillRect l="0" t="0" r="0" b="0"/>
              </a:stretch>
            </a:blipFill>
          </p:spPr>
        </p:sp>
        <p:sp>
          <p:nvSpPr>
            <p:cNvPr name="Freeform 4" id="4"/>
            <p:cNvSpPr/>
            <p:nvPr/>
          </p:nvSpPr>
          <p:spPr>
            <a:xfrm flipH="false" flipV="true" rot="0">
              <a:off x="21387611" y="0"/>
              <a:ext cx="13700313" cy="12738888"/>
            </a:xfrm>
            <a:custGeom>
              <a:avLst/>
              <a:gdLst/>
              <a:ahLst/>
              <a:cxnLst/>
              <a:rect r="r" b="b" t="t" l="l"/>
              <a:pathLst>
                <a:path h="12738888" w="13700313">
                  <a:moveTo>
                    <a:pt x="0" y="12738888"/>
                  </a:moveTo>
                  <a:lnTo>
                    <a:pt x="13700314" y="12738888"/>
                  </a:lnTo>
                  <a:lnTo>
                    <a:pt x="13700314" y="0"/>
                  </a:lnTo>
                  <a:lnTo>
                    <a:pt x="0" y="0"/>
                  </a:lnTo>
                  <a:lnTo>
                    <a:pt x="0" y="12738888"/>
                  </a:lnTo>
                  <a:close/>
                </a:path>
              </a:pathLst>
            </a:custGeom>
            <a:blipFill>
              <a:blip r:embed="rId2">
                <a:alphaModFix amt="10999"/>
              </a:blip>
              <a:stretch>
                <a:fillRect l="0" t="0" r="0" b="0"/>
              </a:stretch>
            </a:blipFill>
          </p:spPr>
        </p:sp>
        <p:sp>
          <p:nvSpPr>
            <p:cNvPr name="Freeform 5" id="5"/>
            <p:cNvSpPr/>
            <p:nvPr/>
          </p:nvSpPr>
          <p:spPr>
            <a:xfrm flipH="true" flipV="false" rot="0">
              <a:off x="25614703" y="9670425"/>
              <a:ext cx="13700313" cy="12738888"/>
            </a:xfrm>
            <a:custGeom>
              <a:avLst/>
              <a:gdLst/>
              <a:ahLst/>
              <a:cxnLst/>
              <a:rect r="r" b="b" t="t" l="l"/>
              <a:pathLst>
                <a:path h="12738888" w="13700313">
                  <a:moveTo>
                    <a:pt x="13700314" y="0"/>
                  </a:moveTo>
                  <a:lnTo>
                    <a:pt x="0" y="0"/>
                  </a:lnTo>
                  <a:lnTo>
                    <a:pt x="0" y="12738888"/>
                  </a:lnTo>
                  <a:lnTo>
                    <a:pt x="13700314" y="12738888"/>
                  </a:lnTo>
                  <a:lnTo>
                    <a:pt x="13700314" y="0"/>
                  </a:lnTo>
                  <a:close/>
                </a:path>
              </a:pathLst>
            </a:custGeom>
            <a:blipFill>
              <a:blip r:embed="rId2">
                <a:alphaModFix amt="10999"/>
              </a:blip>
              <a:stretch>
                <a:fillRect l="0" t="0" r="0" b="0"/>
              </a:stretch>
            </a:blipFill>
          </p:spPr>
        </p:sp>
        <p:sp>
          <p:nvSpPr>
            <p:cNvPr name="Freeform 6" id="6"/>
            <p:cNvSpPr/>
            <p:nvPr/>
          </p:nvSpPr>
          <p:spPr>
            <a:xfrm flipH="true" flipV="false" rot="0">
              <a:off x="14920898" y="10561294"/>
              <a:ext cx="13700313" cy="12738888"/>
            </a:xfrm>
            <a:custGeom>
              <a:avLst/>
              <a:gdLst/>
              <a:ahLst/>
              <a:cxnLst/>
              <a:rect r="r" b="b" t="t" l="l"/>
              <a:pathLst>
                <a:path h="12738888" w="13700313">
                  <a:moveTo>
                    <a:pt x="13700313" y="0"/>
                  </a:moveTo>
                  <a:lnTo>
                    <a:pt x="0" y="0"/>
                  </a:lnTo>
                  <a:lnTo>
                    <a:pt x="0" y="12738888"/>
                  </a:lnTo>
                  <a:lnTo>
                    <a:pt x="13700313" y="12738888"/>
                  </a:lnTo>
                  <a:lnTo>
                    <a:pt x="13700313" y="0"/>
                  </a:lnTo>
                  <a:close/>
                </a:path>
              </a:pathLst>
            </a:custGeom>
            <a:blipFill>
              <a:blip r:embed="rId2">
                <a:alphaModFix amt="10999"/>
              </a:blip>
              <a:stretch>
                <a:fillRect l="0" t="0" r="0" b="0"/>
              </a:stretch>
            </a:blipFill>
          </p:spPr>
        </p:sp>
        <p:sp>
          <p:nvSpPr>
            <p:cNvPr name="Freeform 7" id="7"/>
            <p:cNvSpPr/>
            <p:nvPr/>
          </p:nvSpPr>
          <p:spPr>
            <a:xfrm flipH="false" flipV="true" rot="0">
              <a:off x="0" y="1781739"/>
              <a:ext cx="13700313" cy="12738888"/>
            </a:xfrm>
            <a:custGeom>
              <a:avLst/>
              <a:gdLst/>
              <a:ahLst/>
              <a:cxnLst/>
              <a:rect r="r" b="b" t="t" l="l"/>
              <a:pathLst>
                <a:path h="12738888" w="13700313">
                  <a:moveTo>
                    <a:pt x="0" y="12738888"/>
                  </a:moveTo>
                  <a:lnTo>
                    <a:pt x="13700313" y="12738888"/>
                  </a:lnTo>
                  <a:lnTo>
                    <a:pt x="13700313" y="0"/>
                  </a:lnTo>
                  <a:lnTo>
                    <a:pt x="0" y="0"/>
                  </a:lnTo>
                  <a:lnTo>
                    <a:pt x="0" y="12738888"/>
                  </a:lnTo>
                  <a:close/>
                </a:path>
              </a:pathLst>
            </a:custGeom>
            <a:blipFill>
              <a:blip r:embed="rId2">
                <a:alphaModFix amt="10999"/>
              </a:blip>
              <a:stretch>
                <a:fillRect l="0" t="0" r="0" b="0"/>
              </a:stretch>
            </a:blipFill>
          </p:spPr>
        </p:sp>
        <p:sp>
          <p:nvSpPr>
            <p:cNvPr name="Freeform 8" id="8"/>
            <p:cNvSpPr/>
            <p:nvPr/>
          </p:nvSpPr>
          <p:spPr>
            <a:xfrm flipH="true" flipV="false" rot="0">
              <a:off x="4227092" y="11452163"/>
              <a:ext cx="13700313" cy="12738888"/>
            </a:xfrm>
            <a:custGeom>
              <a:avLst/>
              <a:gdLst/>
              <a:ahLst/>
              <a:cxnLst/>
              <a:rect r="r" b="b" t="t" l="l"/>
              <a:pathLst>
                <a:path h="12738888" w="13700313">
                  <a:moveTo>
                    <a:pt x="13700313" y="0"/>
                  </a:moveTo>
                  <a:lnTo>
                    <a:pt x="0" y="0"/>
                  </a:lnTo>
                  <a:lnTo>
                    <a:pt x="0" y="12738888"/>
                  </a:lnTo>
                  <a:lnTo>
                    <a:pt x="13700313" y="12738888"/>
                  </a:lnTo>
                  <a:lnTo>
                    <a:pt x="13700313" y="0"/>
                  </a:lnTo>
                  <a:close/>
                </a:path>
              </a:pathLst>
            </a:custGeom>
            <a:blipFill>
              <a:blip r:embed="rId2">
                <a:alphaModFix amt="10999"/>
              </a:blip>
              <a:stretch>
                <a:fillRect l="0" t="0" r="0" b="0"/>
              </a:stretch>
            </a:blipFill>
          </p:spPr>
        </p:sp>
      </p:grpSp>
      <p:grpSp>
        <p:nvGrpSpPr>
          <p:cNvPr name="Group 9" id="9"/>
          <p:cNvGrpSpPr/>
          <p:nvPr/>
        </p:nvGrpSpPr>
        <p:grpSpPr>
          <a:xfrm rot="0">
            <a:off x="13955824" y="6587618"/>
            <a:ext cx="6666800" cy="4085592"/>
            <a:chOff x="0" y="0"/>
            <a:chExt cx="8889067" cy="5447455"/>
          </a:xfrm>
        </p:grpSpPr>
        <p:grpSp>
          <p:nvGrpSpPr>
            <p:cNvPr name="Group 10" id="10"/>
            <p:cNvGrpSpPr/>
            <p:nvPr/>
          </p:nvGrpSpPr>
          <p:grpSpPr>
            <a:xfrm rot="-10800000">
              <a:off x="2663403" y="0"/>
              <a:ext cx="6225663" cy="5447455"/>
              <a:chOff x="0" y="0"/>
              <a:chExt cx="812800" cy="711200"/>
            </a:xfrm>
          </p:grpSpPr>
          <p:sp>
            <p:nvSpPr>
              <p:cNvPr name="Freeform 11" id="11"/>
              <p:cNvSpPr/>
              <p:nvPr/>
            </p:nvSpPr>
            <p:spPr>
              <a:xfrm flipH="false" flipV="false" rot="0">
                <a:off x="0" y="0"/>
                <a:ext cx="812800" cy="711200"/>
              </a:xfrm>
              <a:custGeom>
                <a:avLst/>
                <a:gdLst/>
                <a:ahLst/>
                <a:cxnLst/>
                <a:rect r="r" b="b" t="t" l="l"/>
                <a:pathLst>
                  <a:path h="711200" w="812800">
                    <a:moveTo>
                      <a:pt x="406400" y="711200"/>
                    </a:moveTo>
                    <a:lnTo>
                      <a:pt x="812800" y="0"/>
                    </a:lnTo>
                    <a:lnTo>
                      <a:pt x="0" y="0"/>
                    </a:lnTo>
                    <a:lnTo>
                      <a:pt x="406400" y="711200"/>
                    </a:lnTo>
                    <a:close/>
                  </a:path>
                </a:pathLst>
              </a:custGeom>
              <a:solidFill>
                <a:srgbClr val="6B7A8C"/>
              </a:solidFill>
            </p:spPr>
          </p:sp>
          <p:sp>
            <p:nvSpPr>
              <p:cNvPr name="TextBox 12" id="12"/>
              <p:cNvSpPr txBox="true"/>
              <p:nvPr/>
            </p:nvSpPr>
            <p:spPr>
              <a:xfrm>
                <a:off x="127000" y="12700"/>
                <a:ext cx="558800" cy="36830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grpSp>
          <p:nvGrpSpPr>
            <p:cNvPr name="Group 13" id="13"/>
            <p:cNvGrpSpPr/>
            <p:nvPr/>
          </p:nvGrpSpPr>
          <p:grpSpPr>
            <a:xfrm rot="-10800000">
              <a:off x="0" y="3821268"/>
              <a:ext cx="5776235" cy="1261779"/>
              <a:chOff x="0" y="0"/>
              <a:chExt cx="1140985" cy="249240"/>
            </a:xfrm>
          </p:grpSpPr>
          <p:sp>
            <p:nvSpPr>
              <p:cNvPr name="Freeform 14" id="14"/>
              <p:cNvSpPr/>
              <p:nvPr/>
            </p:nvSpPr>
            <p:spPr>
              <a:xfrm flipH="false" flipV="false" rot="0">
                <a:off x="0" y="0"/>
                <a:ext cx="1140985" cy="249240"/>
              </a:xfrm>
              <a:custGeom>
                <a:avLst/>
                <a:gdLst/>
                <a:ahLst/>
                <a:cxnLst/>
                <a:rect r="r" b="b" t="t" l="l"/>
                <a:pathLst>
                  <a:path h="249240" w="1140985">
                    <a:moveTo>
                      <a:pt x="203200" y="0"/>
                    </a:moveTo>
                    <a:lnTo>
                      <a:pt x="1140985" y="0"/>
                    </a:lnTo>
                    <a:lnTo>
                      <a:pt x="937785" y="249240"/>
                    </a:lnTo>
                    <a:lnTo>
                      <a:pt x="0" y="249240"/>
                    </a:lnTo>
                    <a:lnTo>
                      <a:pt x="203200" y="0"/>
                    </a:lnTo>
                    <a:close/>
                  </a:path>
                </a:pathLst>
              </a:custGeom>
              <a:solidFill>
                <a:srgbClr val="88A5C4"/>
              </a:solidFill>
            </p:spPr>
          </p:sp>
          <p:sp>
            <p:nvSpPr>
              <p:cNvPr name="TextBox 15" id="15"/>
              <p:cNvSpPr txBox="true"/>
              <p:nvPr/>
            </p:nvSpPr>
            <p:spPr>
              <a:xfrm>
                <a:off x="101600" y="-38100"/>
                <a:ext cx="937785" cy="28734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</p:grpSp>
      <p:grpSp>
        <p:nvGrpSpPr>
          <p:cNvPr name="Group 16" id="16"/>
          <p:cNvGrpSpPr/>
          <p:nvPr/>
        </p:nvGrpSpPr>
        <p:grpSpPr>
          <a:xfrm rot="-10800000">
            <a:off x="-2304700" y="-378866"/>
            <a:ext cx="6666800" cy="4085592"/>
            <a:chOff x="0" y="0"/>
            <a:chExt cx="8889067" cy="5447455"/>
          </a:xfrm>
        </p:grpSpPr>
        <p:grpSp>
          <p:nvGrpSpPr>
            <p:cNvPr name="Group 17" id="17"/>
            <p:cNvGrpSpPr/>
            <p:nvPr/>
          </p:nvGrpSpPr>
          <p:grpSpPr>
            <a:xfrm rot="-10800000">
              <a:off x="2663403" y="0"/>
              <a:ext cx="6225663" cy="5447455"/>
              <a:chOff x="0" y="0"/>
              <a:chExt cx="812800" cy="711200"/>
            </a:xfrm>
          </p:grpSpPr>
          <p:sp>
            <p:nvSpPr>
              <p:cNvPr name="Freeform 18" id="18"/>
              <p:cNvSpPr/>
              <p:nvPr/>
            </p:nvSpPr>
            <p:spPr>
              <a:xfrm flipH="false" flipV="false" rot="0">
                <a:off x="0" y="0"/>
                <a:ext cx="812800" cy="711200"/>
              </a:xfrm>
              <a:custGeom>
                <a:avLst/>
                <a:gdLst/>
                <a:ahLst/>
                <a:cxnLst/>
                <a:rect r="r" b="b" t="t" l="l"/>
                <a:pathLst>
                  <a:path h="711200" w="812800">
                    <a:moveTo>
                      <a:pt x="406400" y="711200"/>
                    </a:moveTo>
                    <a:lnTo>
                      <a:pt x="812800" y="0"/>
                    </a:lnTo>
                    <a:lnTo>
                      <a:pt x="0" y="0"/>
                    </a:lnTo>
                    <a:lnTo>
                      <a:pt x="406400" y="711200"/>
                    </a:lnTo>
                    <a:close/>
                  </a:path>
                </a:pathLst>
              </a:custGeom>
              <a:solidFill>
                <a:srgbClr val="6B7A8C"/>
              </a:solidFill>
            </p:spPr>
          </p:sp>
          <p:sp>
            <p:nvSpPr>
              <p:cNvPr name="TextBox 19" id="19"/>
              <p:cNvSpPr txBox="true"/>
              <p:nvPr/>
            </p:nvSpPr>
            <p:spPr>
              <a:xfrm>
                <a:off x="127000" y="12700"/>
                <a:ext cx="558800" cy="36830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grpSp>
          <p:nvGrpSpPr>
            <p:cNvPr name="Group 20" id="20"/>
            <p:cNvGrpSpPr/>
            <p:nvPr/>
          </p:nvGrpSpPr>
          <p:grpSpPr>
            <a:xfrm rot="-10800000">
              <a:off x="0" y="3821268"/>
              <a:ext cx="5776235" cy="1261779"/>
              <a:chOff x="0" y="0"/>
              <a:chExt cx="1140985" cy="249240"/>
            </a:xfrm>
          </p:grpSpPr>
          <p:sp>
            <p:nvSpPr>
              <p:cNvPr name="Freeform 21" id="21"/>
              <p:cNvSpPr/>
              <p:nvPr/>
            </p:nvSpPr>
            <p:spPr>
              <a:xfrm flipH="false" flipV="false" rot="0">
                <a:off x="0" y="0"/>
                <a:ext cx="1140985" cy="249240"/>
              </a:xfrm>
              <a:custGeom>
                <a:avLst/>
                <a:gdLst/>
                <a:ahLst/>
                <a:cxnLst/>
                <a:rect r="r" b="b" t="t" l="l"/>
                <a:pathLst>
                  <a:path h="249240" w="1140985">
                    <a:moveTo>
                      <a:pt x="203200" y="0"/>
                    </a:moveTo>
                    <a:lnTo>
                      <a:pt x="1140985" y="0"/>
                    </a:lnTo>
                    <a:lnTo>
                      <a:pt x="937785" y="249240"/>
                    </a:lnTo>
                    <a:lnTo>
                      <a:pt x="0" y="249240"/>
                    </a:lnTo>
                    <a:lnTo>
                      <a:pt x="203200" y="0"/>
                    </a:lnTo>
                    <a:close/>
                  </a:path>
                </a:pathLst>
              </a:custGeom>
              <a:solidFill>
                <a:srgbClr val="88A5C4"/>
              </a:solidFill>
            </p:spPr>
          </p:sp>
          <p:sp>
            <p:nvSpPr>
              <p:cNvPr name="TextBox 22" id="22"/>
              <p:cNvSpPr txBox="true"/>
              <p:nvPr/>
            </p:nvSpPr>
            <p:spPr>
              <a:xfrm>
                <a:off x="101600" y="-38100"/>
                <a:ext cx="937785" cy="28734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grpSp>
          <p:nvGrpSpPr>
            <p:cNvPr name="Group 23" id="23"/>
            <p:cNvGrpSpPr/>
            <p:nvPr/>
          </p:nvGrpSpPr>
          <p:grpSpPr>
            <a:xfrm rot="-10800000">
              <a:off x="3094536" y="2203713"/>
              <a:ext cx="1551081" cy="1357196"/>
              <a:chOff x="0" y="0"/>
              <a:chExt cx="812800" cy="711200"/>
            </a:xfrm>
          </p:grpSpPr>
          <p:sp>
            <p:nvSpPr>
              <p:cNvPr name="Freeform 24" id="24"/>
              <p:cNvSpPr/>
              <p:nvPr/>
            </p:nvSpPr>
            <p:spPr>
              <a:xfrm flipH="false" flipV="false" rot="0">
                <a:off x="0" y="0"/>
                <a:ext cx="812800" cy="711200"/>
              </a:xfrm>
              <a:custGeom>
                <a:avLst/>
                <a:gdLst/>
                <a:ahLst/>
                <a:cxnLst/>
                <a:rect r="r" b="b" t="t" l="l"/>
                <a:pathLst>
                  <a:path h="711200" w="812800">
                    <a:moveTo>
                      <a:pt x="406400" y="711200"/>
                    </a:moveTo>
                    <a:lnTo>
                      <a:pt x="812800" y="0"/>
                    </a:lnTo>
                    <a:lnTo>
                      <a:pt x="0" y="0"/>
                    </a:lnTo>
                    <a:lnTo>
                      <a:pt x="406400" y="711200"/>
                    </a:lnTo>
                    <a:close/>
                  </a:path>
                </a:pathLst>
              </a:custGeom>
              <a:solidFill>
                <a:srgbClr val="A5B4C7"/>
              </a:solidFill>
            </p:spPr>
          </p:sp>
          <p:sp>
            <p:nvSpPr>
              <p:cNvPr name="TextBox 25" id="25"/>
              <p:cNvSpPr txBox="true"/>
              <p:nvPr/>
            </p:nvSpPr>
            <p:spPr>
              <a:xfrm>
                <a:off x="127000" y="12700"/>
                <a:ext cx="558800" cy="36830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</p:grpSp>
      <p:sp>
        <p:nvSpPr>
          <p:cNvPr name="Freeform 26" id="26"/>
          <p:cNvSpPr/>
          <p:nvPr/>
        </p:nvSpPr>
        <p:spPr>
          <a:xfrm flipH="false" flipV="false" rot="0">
            <a:off x="1052671" y="5048550"/>
            <a:ext cx="5412184" cy="3599103"/>
          </a:xfrm>
          <a:custGeom>
            <a:avLst/>
            <a:gdLst/>
            <a:ahLst/>
            <a:cxnLst/>
            <a:rect r="r" b="b" t="t" l="l"/>
            <a:pathLst>
              <a:path h="3599103" w="5412184">
                <a:moveTo>
                  <a:pt x="0" y="0"/>
                </a:moveTo>
                <a:lnTo>
                  <a:pt x="5412184" y="0"/>
                </a:lnTo>
                <a:lnTo>
                  <a:pt x="5412184" y="3599103"/>
                </a:lnTo>
                <a:lnTo>
                  <a:pt x="0" y="3599103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27" id="27"/>
          <p:cNvSpPr/>
          <p:nvPr/>
        </p:nvSpPr>
        <p:spPr>
          <a:xfrm flipH="false" flipV="false" rot="0">
            <a:off x="1028700" y="5020693"/>
            <a:ext cx="817216" cy="817216"/>
          </a:xfrm>
          <a:custGeom>
            <a:avLst/>
            <a:gdLst/>
            <a:ahLst/>
            <a:cxnLst/>
            <a:rect r="r" b="b" t="t" l="l"/>
            <a:pathLst>
              <a:path h="817216" w="817216">
                <a:moveTo>
                  <a:pt x="0" y="0"/>
                </a:moveTo>
                <a:lnTo>
                  <a:pt x="817216" y="0"/>
                </a:lnTo>
                <a:lnTo>
                  <a:pt x="817216" y="817216"/>
                </a:lnTo>
                <a:lnTo>
                  <a:pt x="0" y="817216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28" id="28"/>
          <p:cNvSpPr/>
          <p:nvPr/>
        </p:nvSpPr>
        <p:spPr>
          <a:xfrm flipH="false" flipV="false" rot="0">
            <a:off x="1678968" y="5953876"/>
            <a:ext cx="849858" cy="849858"/>
          </a:xfrm>
          <a:custGeom>
            <a:avLst/>
            <a:gdLst/>
            <a:ahLst/>
            <a:cxnLst/>
            <a:rect r="r" b="b" t="t" l="l"/>
            <a:pathLst>
              <a:path h="849858" w="849858">
                <a:moveTo>
                  <a:pt x="0" y="0"/>
                </a:moveTo>
                <a:lnTo>
                  <a:pt x="849858" y="0"/>
                </a:lnTo>
                <a:lnTo>
                  <a:pt x="849858" y="849858"/>
                </a:lnTo>
                <a:lnTo>
                  <a:pt x="0" y="849858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29" id="29"/>
          <p:cNvSpPr/>
          <p:nvPr/>
        </p:nvSpPr>
        <p:spPr>
          <a:xfrm flipH="false" flipV="false" rot="0">
            <a:off x="1028700" y="6829785"/>
            <a:ext cx="880059" cy="880059"/>
          </a:xfrm>
          <a:custGeom>
            <a:avLst/>
            <a:gdLst/>
            <a:ahLst/>
            <a:cxnLst/>
            <a:rect r="r" b="b" t="t" l="l"/>
            <a:pathLst>
              <a:path h="880059" w="880059">
                <a:moveTo>
                  <a:pt x="0" y="0"/>
                </a:moveTo>
                <a:lnTo>
                  <a:pt x="880059" y="0"/>
                </a:lnTo>
                <a:lnTo>
                  <a:pt x="880059" y="880059"/>
                </a:lnTo>
                <a:lnTo>
                  <a:pt x="0" y="880059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0" id="30"/>
          <p:cNvSpPr/>
          <p:nvPr/>
        </p:nvSpPr>
        <p:spPr>
          <a:xfrm flipH="false" flipV="false" rot="0">
            <a:off x="1674089" y="7787754"/>
            <a:ext cx="854737" cy="854737"/>
          </a:xfrm>
          <a:custGeom>
            <a:avLst/>
            <a:gdLst/>
            <a:ahLst/>
            <a:cxnLst/>
            <a:rect r="r" b="b" t="t" l="l"/>
            <a:pathLst>
              <a:path h="854737" w="854737">
                <a:moveTo>
                  <a:pt x="0" y="0"/>
                </a:moveTo>
                <a:lnTo>
                  <a:pt x="854737" y="0"/>
                </a:lnTo>
                <a:lnTo>
                  <a:pt x="854737" y="854738"/>
                </a:lnTo>
                <a:lnTo>
                  <a:pt x="0" y="854738"/>
                </a:lnTo>
                <a:lnTo>
                  <a:pt x="0" y="0"/>
                </a:lnTo>
                <a:close/>
              </a:path>
            </a:pathLst>
          </a:custGeom>
          <a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31" id="31"/>
          <p:cNvSpPr txBox="true"/>
          <p:nvPr/>
        </p:nvSpPr>
        <p:spPr>
          <a:xfrm rot="0">
            <a:off x="2082584" y="885825"/>
            <a:ext cx="14122832" cy="12033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9800"/>
              </a:lnSpc>
            </a:pPr>
            <a:r>
              <a:rPr lang="en-US" b="true" sz="7000">
                <a:solidFill>
                  <a:srgbClr val="3E526A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SYSTEM FUNCTIONALITIES</a:t>
            </a:r>
          </a:p>
        </p:txBody>
      </p:sp>
      <p:sp>
        <p:nvSpPr>
          <p:cNvPr name="TextBox 32" id="32"/>
          <p:cNvSpPr txBox="true"/>
          <p:nvPr/>
        </p:nvSpPr>
        <p:spPr>
          <a:xfrm rot="0">
            <a:off x="2101457" y="5302536"/>
            <a:ext cx="3518288" cy="3397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99"/>
              </a:lnSpc>
              <a:spcBef>
                <a:spcPct val="0"/>
              </a:spcBef>
            </a:pPr>
            <a:r>
              <a:rPr lang="en-US" b="true" sz="1999">
                <a:solidFill>
                  <a:srgbClr val="3E526A"/>
                </a:solidFill>
                <a:latin typeface="Muli Bold"/>
                <a:ea typeface="Muli Bold"/>
                <a:cs typeface="Muli Bold"/>
                <a:sym typeface="Muli Bold"/>
              </a:rPr>
              <a:t>User registration and</a:t>
            </a:r>
            <a:r>
              <a:rPr lang="en-US" b="true" sz="1999">
                <a:solidFill>
                  <a:srgbClr val="3E526A"/>
                </a:solidFill>
                <a:latin typeface="Muli Bold"/>
                <a:ea typeface="Muli Bold"/>
                <a:cs typeface="Muli Bold"/>
                <a:sym typeface="Muli Bold"/>
              </a:rPr>
              <a:t> login</a:t>
            </a:r>
          </a:p>
        </p:txBody>
      </p:sp>
      <p:sp>
        <p:nvSpPr>
          <p:cNvPr name="TextBox 33" id="33"/>
          <p:cNvSpPr txBox="true"/>
          <p:nvPr/>
        </p:nvSpPr>
        <p:spPr>
          <a:xfrm rot="0">
            <a:off x="2693537" y="6265132"/>
            <a:ext cx="2076558" cy="3397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99"/>
              </a:lnSpc>
              <a:spcBef>
                <a:spcPct val="0"/>
              </a:spcBef>
            </a:pPr>
            <a:r>
              <a:rPr lang="en-US" b="true" sz="1999">
                <a:solidFill>
                  <a:srgbClr val="3E526A"/>
                </a:solidFill>
                <a:latin typeface="Muli Bold"/>
                <a:ea typeface="Muli Bold"/>
                <a:cs typeface="Muli Bold"/>
                <a:sym typeface="Muli Bold"/>
              </a:rPr>
              <a:t>User dashboard</a:t>
            </a:r>
          </a:p>
        </p:txBody>
      </p:sp>
      <p:sp>
        <p:nvSpPr>
          <p:cNvPr name="TextBox 34" id="34"/>
          <p:cNvSpPr txBox="true"/>
          <p:nvPr/>
        </p:nvSpPr>
        <p:spPr>
          <a:xfrm rot="0">
            <a:off x="2300620" y="7225570"/>
            <a:ext cx="2469475" cy="3232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659"/>
              </a:lnSpc>
              <a:spcBef>
                <a:spcPct val="0"/>
              </a:spcBef>
            </a:pPr>
            <a:r>
              <a:rPr lang="en-US" b="true" sz="1899">
                <a:solidFill>
                  <a:srgbClr val="3E526A"/>
                </a:solidFill>
                <a:latin typeface="Muli Bold"/>
                <a:ea typeface="Muli Bold"/>
                <a:cs typeface="Muli Bold"/>
                <a:sym typeface="Muli Bold"/>
              </a:rPr>
              <a:t>Retinal image upload</a:t>
            </a:r>
          </a:p>
        </p:txBody>
      </p:sp>
      <p:sp>
        <p:nvSpPr>
          <p:cNvPr name="TextBox 35" id="35"/>
          <p:cNvSpPr txBox="true"/>
          <p:nvPr/>
        </p:nvSpPr>
        <p:spPr>
          <a:xfrm rot="0">
            <a:off x="2628647" y="8167910"/>
            <a:ext cx="3361611" cy="3232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659"/>
              </a:lnSpc>
              <a:spcBef>
                <a:spcPct val="0"/>
              </a:spcBef>
            </a:pPr>
            <a:r>
              <a:rPr lang="en-US" b="true" sz="1899">
                <a:solidFill>
                  <a:srgbClr val="3E526A"/>
                </a:solidFill>
                <a:latin typeface="Muli Bold"/>
                <a:ea typeface="Muli Bold"/>
                <a:cs typeface="Muli Bold"/>
                <a:sym typeface="Muli Bold"/>
              </a:rPr>
              <a:t>Prediction results and history</a:t>
            </a:r>
          </a:p>
        </p:txBody>
      </p:sp>
      <p:sp>
        <p:nvSpPr>
          <p:cNvPr name="Freeform 36" id="36"/>
          <p:cNvSpPr/>
          <p:nvPr/>
        </p:nvSpPr>
        <p:spPr>
          <a:xfrm flipH="false" flipV="false" rot="0">
            <a:off x="1296927" y="4057228"/>
            <a:ext cx="4322818" cy="648423"/>
          </a:xfrm>
          <a:custGeom>
            <a:avLst/>
            <a:gdLst/>
            <a:ahLst/>
            <a:cxnLst/>
            <a:rect r="r" b="b" t="t" l="l"/>
            <a:pathLst>
              <a:path h="648423" w="4322818">
                <a:moveTo>
                  <a:pt x="0" y="0"/>
                </a:moveTo>
                <a:lnTo>
                  <a:pt x="4322819" y="0"/>
                </a:lnTo>
                <a:lnTo>
                  <a:pt x="4322819" y="648422"/>
                </a:lnTo>
                <a:lnTo>
                  <a:pt x="0" y="648422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>
              <a:fillRect l="0" t="0" r="0" b="0"/>
            </a:stretch>
          </a:blipFill>
        </p:spPr>
      </p:sp>
      <p:sp>
        <p:nvSpPr>
          <p:cNvPr name="TextBox 37" id="37"/>
          <p:cNvSpPr txBox="true"/>
          <p:nvPr/>
        </p:nvSpPr>
        <p:spPr>
          <a:xfrm rot="0">
            <a:off x="2693537" y="4200781"/>
            <a:ext cx="1704197" cy="3232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59"/>
              </a:lnSpc>
              <a:spcBef>
                <a:spcPct val="0"/>
              </a:spcBef>
            </a:pPr>
            <a:r>
              <a:rPr lang="en-US" b="true" sz="1899">
                <a:solidFill>
                  <a:srgbClr val="FFFFFF"/>
                </a:solidFill>
                <a:latin typeface="Muli Bold"/>
                <a:ea typeface="Muli Bold"/>
                <a:cs typeface="Muli Bold"/>
                <a:sym typeface="Muli Bold"/>
              </a:rPr>
              <a:t>User </a:t>
            </a:r>
            <a:r>
              <a:rPr lang="en-US" b="true" sz="1899">
                <a:solidFill>
                  <a:srgbClr val="FFFFFF"/>
                </a:solidFill>
                <a:latin typeface="Muli Bold"/>
                <a:ea typeface="Muli Bold"/>
                <a:cs typeface="Muli Bold"/>
                <a:sym typeface="Muli Bold"/>
              </a:rPr>
              <a:t>Module</a:t>
            </a:r>
          </a:p>
        </p:txBody>
      </p:sp>
      <p:grpSp>
        <p:nvGrpSpPr>
          <p:cNvPr name="Group 38" id="38"/>
          <p:cNvGrpSpPr/>
          <p:nvPr/>
        </p:nvGrpSpPr>
        <p:grpSpPr>
          <a:xfrm rot="0">
            <a:off x="328767" y="360263"/>
            <a:ext cx="17630466" cy="9566473"/>
            <a:chOff x="0" y="0"/>
            <a:chExt cx="23507288" cy="12755298"/>
          </a:xfrm>
        </p:grpSpPr>
        <p:grpSp>
          <p:nvGrpSpPr>
            <p:cNvPr name="Group 39" id="39"/>
            <p:cNvGrpSpPr/>
            <p:nvPr/>
          </p:nvGrpSpPr>
          <p:grpSpPr>
            <a:xfrm rot="0">
              <a:off x="0" y="7832412"/>
              <a:ext cx="63500" cy="4922886"/>
              <a:chOff x="0" y="0"/>
              <a:chExt cx="12543" cy="972422"/>
            </a:xfrm>
          </p:grpSpPr>
          <p:sp>
            <p:nvSpPr>
              <p:cNvPr name="Freeform 40" id="40"/>
              <p:cNvSpPr/>
              <p:nvPr/>
            </p:nvSpPr>
            <p:spPr>
              <a:xfrm flipH="false" flipV="false" rot="0">
                <a:off x="0" y="0"/>
                <a:ext cx="12543" cy="972422"/>
              </a:xfrm>
              <a:custGeom>
                <a:avLst/>
                <a:gdLst/>
                <a:ahLst/>
                <a:cxnLst/>
                <a:rect r="r" b="b" t="t" l="l"/>
                <a:pathLst>
                  <a:path h="972422" w="12543">
                    <a:moveTo>
                      <a:pt x="0" y="0"/>
                    </a:moveTo>
                    <a:lnTo>
                      <a:pt x="12543" y="0"/>
                    </a:lnTo>
                    <a:lnTo>
                      <a:pt x="12543" y="972422"/>
                    </a:lnTo>
                    <a:lnTo>
                      <a:pt x="0" y="972422"/>
                    </a:lnTo>
                    <a:close/>
                  </a:path>
                </a:pathLst>
              </a:custGeom>
              <a:solidFill>
                <a:srgbClr val="17415F"/>
              </a:solidFill>
            </p:spPr>
          </p:sp>
          <p:sp>
            <p:nvSpPr>
              <p:cNvPr name="TextBox 41" id="41"/>
              <p:cNvSpPr txBox="true"/>
              <p:nvPr/>
            </p:nvSpPr>
            <p:spPr>
              <a:xfrm>
                <a:off x="0" y="-38100"/>
                <a:ext cx="12543" cy="1010522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grpSp>
          <p:nvGrpSpPr>
            <p:cNvPr name="Group 42" id="42"/>
            <p:cNvGrpSpPr/>
            <p:nvPr/>
          </p:nvGrpSpPr>
          <p:grpSpPr>
            <a:xfrm rot="-5400000">
              <a:off x="6920832" y="5834466"/>
              <a:ext cx="63500" cy="13778164"/>
              <a:chOff x="0" y="0"/>
              <a:chExt cx="12543" cy="2721613"/>
            </a:xfrm>
          </p:grpSpPr>
          <p:sp>
            <p:nvSpPr>
              <p:cNvPr name="Freeform 43" id="43"/>
              <p:cNvSpPr/>
              <p:nvPr/>
            </p:nvSpPr>
            <p:spPr>
              <a:xfrm flipH="false" flipV="false" rot="0">
                <a:off x="0" y="0"/>
                <a:ext cx="12543" cy="2721613"/>
              </a:xfrm>
              <a:custGeom>
                <a:avLst/>
                <a:gdLst/>
                <a:ahLst/>
                <a:cxnLst/>
                <a:rect r="r" b="b" t="t" l="l"/>
                <a:pathLst>
                  <a:path h="2721613" w="12543">
                    <a:moveTo>
                      <a:pt x="0" y="0"/>
                    </a:moveTo>
                    <a:lnTo>
                      <a:pt x="12543" y="0"/>
                    </a:lnTo>
                    <a:lnTo>
                      <a:pt x="12543" y="2721613"/>
                    </a:lnTo>
                    <a:lnTo>
                      <a:pt x="0" y="2721613"/>
                    </a:lnTo>
                    <a:close/>
                  </a:path>
                </a:pathLst>
              </a:custGeom>
              <a:solidFill>
                <a:srgbClr val="17415F"/>
              </a:solidFill>
            </p:spPr>
          </p:sp>
          <p:sp>
            <p:nvSpPr>
              <p:cNvPr name="TextBox 44" id="44"/>
              <p:cNvSpPr txBox="true"/>
              <p:nvPr/>
            </p:nvSpPr>
            <p:spPr>
              <a:xfrm>
                <a:off x="0" y="-38100"/>
                <a:ext cx="12543" cy="2759713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grpSp>
          <p:nvGrpSpPr>
            <p:cNvPr name="Group 45" id="45"/>
            <p:cNvGrpSpPr/>
            <p:nvPr/>
          </p:nvGrpSpPr>
          <p:grpSpPr>
            <a:xfrm rot="-10800000">
              <a:off x="23443788" y="0"/>
              <a:ext cx="63500" cy="4922886"/>
              <a:chOff x="0" y="0"/>
              <a:chExt cx="12543" cy="972422"/>
            </a:xfrm>
          </p:grpSpPr>
          <p:sp>
            <p:nvSpPr>
              <p:cNvPr name="Freeform 46" id="46"/>
              <p:cNvSpPr/>
              <p:nvPr/>
            </p:nvSpPr>
            <p:spPr>
              <a:xfrm flipH="false" flipV="false" rot="0">
                <a:off x="0" y="0"/>
                <a:ext cx="12543" cy="972422"/>
              </a:xfrm>
              <a:custGeom>
                <a:avLst/>
                <a:gdLst/>
                <a:ahLst/>
                <a:cxnLst/>
                <a:rect r="r" b="b" t="t" l="l"/>
                <a:pathLst>
                  <a:path h="972422" w="12543">
                    <a:moveTo>
                      <a:pt x="0" y="0"/>
                    </a:moveTo>
                    <a:lnTo>
                      <a:pt x="12543" y="0"/>
                    </a:lnTo>
                    <a:lnTo>
                      <a:pt x="12543" y="972422"/>
                    </a:lnTo>
                    <a:lnTo>
                      <a:pt x="0" y="972422"/>
                    </a:lnTo>
                    <a:close/>
                  </a:path>
                </a:pathLst>
              </a:custGeom>
              <a:solidFill>
                <a:srgbClr val="17415F"/>
              </a:solidFill>
            </p:spPr>
          </p:sp>
          <p:sp>
            <p:nvSpPr>
              <p:cNvPr name="TextBox 47" id="47"/>
              <p:cNvSpPr txBox="true"/>
              <p:nvPr/>
            </p:nvSpPr>
            <p:spPr>
              <a:xfrm>
                <a:off x="0" y="-38100"/>
                <a:ext cx="12543" cy="1010522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grpSp>
          <p:nvGrpSpPr>
            <p:cNvPr name="Group 48" id="48"/>
            <p:cNvGrpSpPr/>
            <p:nvPr/>
          </p:nvGrpSpPr>
          <p:grpSpPr>
            <a:xfrm rot="5400000">
              <a:off x="16522956" y="-6857332"/>
              <a:ext cx="63500" cy="13778164"/>
              <a:chOff x="0" y="0"/>
              <a:chExt cx="12543" cy="2721613"/>
            </a:xfrm>
          </p:grpSpPr>
          <p:sp>
            <p:nvSpPr>
              <p:cNvPr name="Freeform 49" id="49"/>
              <p:cNvSpPr/>
              <p:nvPr/>
            </p:nvSpPr>
            <p:spPr>
              <a:xfrm flipH="false" flipV="false" rot="0">
                <a:off x="0" y="0"/>
                <a:ext cx="12543" cy="2721613"/>
              </a:xfrm>
              <a:custGeom>
                <a:avLst/>
                <a:gdLst/>
                <a:ahLst/>
                <a:cxnLst/>
                <a:rect r="r" b="b" t="t" l="l"/>
                <a:pathLst>
                  <a:path h="2721613" w="12543">
                    <a:moveTo>
                      <a:pt x="0" y="0"/>
                    </a:moveTo>
                    <a:lnTo>
                      <a:pt x="12543" y="0"/>
                    </a:lnTo>
                    <a:lnTo>
                      <a:pt x="12543" y="2721613"/>
                    </a:lnTo>
                    <a:lnTo>
                      <a:pt x="0" y="2721613"/>
                    </a:lnTo>
                    <a:close/>
                  </a:path>
                </a:pathLst>
              </a:custGeom>
              <a:solidFill>
                <a:srgbClr val="17415F"/>
              </a:solidFill>
            </p:spPr>
          </p:sp>
          <p:sp>
            <p:nvSpPr>
              <p:cNvPr name="TextBox 50" id="50"/>
              <p:cNvSpPr txBox="true"/>
              <p:nvPr/>
            </p:nvSpPr>
            <p:spPr>
              <a:xfrm>
                <a:off x="0" y="-38100"/>
                <a:ext cx="12543" cy="2759713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grpSp>
          <p:nvGrpSpPr>
            <p:cNvPr name="Group 51" id="51"/>
            <p:cNvGrpSpPr/>
            <p:nvPr/>
          </p:nvGrpSpPr>
          <p:grpSpPr>
            <a:xfrm rot="-10800000">
              <a:off x="22957231" y="413305"/>
              <a:ext cx="63500" cy="1669468"/>
              <a:chOff x="0" y="0"/>
              <a:chExt cx="12543" cy="329771"/>
            </a:xfrm>
          </p:grpSpPr>
          <p:sp>
            <p:nvSpPr>
              <p:cNvPr name="Freeform 52" id="52"/>
              <p:cNvSpPr/>
              <p:nvPr/>
            </p:nvSpPr>
            <p:spPr>
              <a:xfrm flipH="false" flipV="false" rot="0">
                <a:off x="0" y="0"/>
                <a:ext cx="12543" cy="329771"/>
              </a:xfrm>
              <a:custGeom>
                <a:avLst/>
                <a:gdLst/>
                <a:ahLst/>
                <a:cxnLst/>
                <a:rect r="r" b="b" t="t" l="l"/>
                <a:pathLst>
                  <a:path h="329771" w="12543">
                    <a:moveTo>
                      <a:pt x="0" y="0"/>
                    </a:moveTo>
                    <a:lnTo>
                      <a:pt x="12543" y="0"/>
                    </a:lnTo>
                    <a:lnTo>
                      <a:pt x="12543" y="329771"/>
                    </a:lnTo>
                    <a:lnTo>
                      <a:pt x="0" y="329771"/>
                    </a:lnTo>
                    <a:close/>
                  </a:path>
                </a:pathLst>
              </a:custGeom>
              <a:solidFill>
                <a:srgbClr val="17415F"/>
              </a:solidFill>
            </p:spPr>
          </p:sp>
          <p:sp>
            <p:nvSpPr>
              <p:cNvPr name="TextBox 53" id="53"/>
              <p:cNvSpPr txBox="true"/>
              <p:nvPr/>
            </p:nvSpPr>
            <p:spPr>
              <a:xfrm>
                <a:off x="0" y="-38100"/>
                <a:ext cx="12543" cy="367871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grpSp>
          <p:nvGrpSpPr>
            <p:cNvPr name="Group 54" id="54"/>
            <p:cNvGrpSpPr/>
            <p:nvPr/>
          </p:nvGrpSpPr>
          <p:grpSpPr>
            <a:xfrm rot="5400000">
              <a:off x="20138971" y="-2378926"/>
              <a:ext cx="63500" cy="5647961"/>
              <a:chOff x="0" y="0"/>
              <a:chExt cx="12543" cy="1115647"/>
            </a:xfrm>
          </p:grpSpPr>
          <p:sp>
            <p:nvSpPr>
              <p:cNvPr name="Freeform 55" id="55"/>
              <p:cNvSpPr/>
              <p:nvPr/>
            </p:nvSpPr>
            <p:spPr>
              <a:xfrm flipH="false" flipV="false" rot="0">
                <a:off x="0" y="0"/>
                <a:ext cx="12543" cy="1115647"/>
              </a:xfrm>
              <a:custGeom>
                <a:avLst/>
                <a:gdLst/>
                <a:ahLst/>
                <a:cxnLst/>
                <a:rect r="r" b="b" t="t" l="l"/>
                <a:pathLst>
                  <a:path h="1115647" w="12543">
                    <a:moveTo>
                      <a:pt x="0" y="0"/>
                    </a:moveTo>
                    <a:lnTo>
                      <a:pt x="12543" y="0"/>
                    </a:lnTo>
                    <a:lnTo>
                      <a:pt x="12543" y="1115647"/>
                    </a:lnTo>
                    <a:lnTo>
                      <a:pt x="0" y="1115647"/>
                    </a:lnTo>
                    <a:close/>
                  </a:path>
                </a:pathLst>
              </a:custGeom>
              <a:solidFill>
                <a:srgbClr val="17415F"/>
              </a:solidFill>
            </p:spPr>
          </p:sp>
          <p:sp>
            <p:nvSpPr>
              <p:cNvPr name="TextBox 56" id="56"/>
              <p:cNvSpPr txBox="true"/>
              <p:nvPr/>
            </p:nvSpPr>
            <p:spPr>
              <a:xfrm>
                <a:off x="0" y="-38100"/>
                <a:ext cx="12543" cy="1153747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grpSp>
          <p:nvGrpSpPr>
            <p:cNvPr name="Group 57" id="57"/>
            <p:cNvGrpSpPr/>
            <p:nvPr/>
          </p:nvGrpSpPr>
          <p:grpSpPr>
            <a:xfrm rot="0">
              <a:off x="486556" y="10672525"/>
              <a:ext cx="63500" cy="1669468"/>
              <a:chOff x="0" y="0"/>
              <a:chExt cx="12543" cy="329771"/>
            </a:xfrm>
          </p:grpSpPr>
          <p:sp>
            <p:nvSpPr>
              <p:cNvPr name="Freeform 58" id="58"/>
              <p:cNvSpPr/>
              <p:nvPr/>
            </p:nvSpPr>
            <p:spPr>
              <a:xfrm flipH="false" flipV="false" rot="0">
                <a:off x="0" y="0"/>
                <a:ext cx="12543" cy="329771"/>
              </a:xfrm>
              <a:custGeom>
                <a:avLst/>
                <a:gdLst/>
                <a:ahLst/>
                <a:cxnLst/>
                <a:rect r="r" b="b" t="t" l="l"/>
                <a:pathLst>
                  <a:path h="329771" w="12543">
                    <a:moveTo>
                      <a:pt x="0" y="0"/>
                    </a:moveTo>
                    <a:lnTo>
                      <a:pt x="12543" y="0"/>
                    </a:lnTo>
                    <a:lnTo>
                      <a:pt x="12543" y="329771"/>
                    </a:lnTo>
                    <a:lnTo>
                      <a:pt x="0" y="329771"/>
                    </a:lnTo>
                    <a:close/>
                  </a:path>
                </a:pathLst>
              </a:custGeom>
              <a:solidFill>
                <a:srgbClr val="17415F"/>
              </a:solidFill>
            </p:spPr>
          </p:sp>
          <p:sp>
            <p:nvSpPr>
              <p:cNvPr name="TextBox 59" id="59"/>
              <p:cNvSpPr txBox="true"/>
              <p:nvPr/>
            </p:nvSpPr>
            <p:spPr>
              <a:xfrm>
                <a:off x="0" y="-38100"/>
                <a:ext cx="12543" cy="367871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grpSp>
          <p:nvGrpSpPr>
            <p:cNvPr name="Group 60" id="60"/>
            <p:cNvGrpSpPr/>
            <p:nvPr/>
          </p:nvGrpSpPr>
          <p:grpSpPr>
            <a:xfrm rot="-5400000">
              <a:off x="3304817" y="9486262"/>
              <a:ext cx="63500" cy="5647961"/>
              <a:chOff x="0" y="0"/>
              <a:chExt cx="12543" cy="1115647"/>
            </a:xfrm>
          </p:grpSpPr>
          <p:sp>
            <p:nvSpPr>
              <p:cNvPr name="Freeform 61" id="61"/>
              <p:cNvSpPr/>
              <p:nvPr/>
            </p:nvSpPr>
            <p:spPr>
              <a:xfrm flipH="false" flipV="false" rot="0">
                <a:off x="0" y="0"/>
                <a:ext cx="12543" cy="1115647"/>
              </a:xfrm>
              <a:custGeom>
                <a:avLst/>
                <a:gdLst/>
                <a:ahLst/>
                <a:cxnLst/>
                <a:rect r="r" b="b" t="t" l="l"/>
                <a:pathLst>
                  <a:path h="1115647" w="12543">
                    <a:moveTo>
                      <a:pt x="0" y="0"/>
                    </a:moveTo>
                    <a:lnTo>
                      <a:pt x="12543" y="0"/>
                    </a:lnTo>
                    <a:lnTo>
                      <a:pt x="12543" y="1115647"/>
                    </a:lnTo>
                    <a:lnTo>
                      <a:pt x="0" y="1115647"/>
                    </a:lnTo>
                    <a:close/>
                  </a:path>
                </a:pathLst>
              </a:custGeom>
              <a:solidFill>
                <a:srgbClr val="17415F"/>
              </a:solidFill>
            </p:spPr>
          </p:sp>
          <p:sp>
            <p:nvSpPr>
              <p:cNvPr name="TextBox 62" id="62"/>
              <p:cNvSpPr txBox="true"/>
              <p:nvPr/>
            </p:nvSpPr>
            <p:spPr>
              <a:xfrm>
                <a:off x="0" y="-38100"/>
                <a:ext cx="12543" cy="1153747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</p:grpSp>
      <p:sp>
        <p:nvSpPr>
          <p:cNvPr name="Freeform 63" id="63"/>
          <p:cNvSpPr/>
          <p:nvPr/>
        </p:nvSpPr>
        <p:spPr>
          <a:xfrm flipH="false" flipV="false" rot="0">
            <a:off x="5990258" y="5214234"/>
            <a:ext cx="5996221" cy="614191"/>
          </a:xfrm>
          <a:custGeom>
            <a:avLst/>
            <a:gdLst/>
            <a:ahLst/>
            <a:cxnLst/>
            <a:rect r="r" b="b" t="t" l="l"/>
            <a:pathLst>
              <a:path h="614191" w="5996221">
                <a:moveTo>
                  <a:pt x="0" y="0"/>
                </a:moveTo>
                <a:lnTo>
                  <a:pt x="5996221" y="0"/>
                </a:lnTo>
                <a:lnTo>
                  <a:pt x="5996221" y="614191"/>
                </a:lnTo>
                <a:lnTo>
                  <a:pt x="0" y="614191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>
              <a:fillRect l="0" t="0" r="0" b="-56204"/>
            </a:stretch>
          </a:blipFill>
        </p:spPr>
      </p:sp>
      <p:sp>
        <p:nvSpPr>
          <p:cNvPr name="Freeform 64" id="64"/>
          <p:cNvSpPr/>
          <p:nvPr/>
        </p:nvSpPr>
        <p:spPr>
          <a:xfrm flipH="false" flipV="false" rot="0">
            <a:off x="6541927" y="6071227"/>
            <a:ext cx="5996221" cy="614191"/>
          </a:xfrm>
          <a:custGeom>
            <a:avLst/>
            <a:gdLst/>
            <a:ahLst/>
            <a:cxnLst/>
            <a:rect r="r" b="b" t="t" l="l"/>
            <a:pathLst>
              <a:path h="614191" w="5996221">
                <a:moveTo>
                  <a:pt x="0" y="0"/>
                </a:moveTo>
                <a:lnTo>
                  <a:pt x="5996222" y="0"/>
                </a:lnTo>
                <a:lnTo>
                  <a:pt x="5996222" y="614191"/>
                </a:lnTo>
                <a:lnTo>
                  <a:pt x="0" y="614191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>
              <a:fillRect l="0" t="0" r="0" b="-56204"/>
            </a:stretch>
          </a:blipFill>
        </p:spPr>
      </p:sp>
      <p:sp>
        <p:nvSpPr>
          <p:cNvPr name="Freeform 65" id="65"/>
          <p:cNvSpPr/>
          <p:nvPr/>
        </p:nvSpPr>
        <p:spPr>
          <a:xfrm flipH="false" flipV="false" rot="0">
            <a:off x="5990258" y="6989627"/>
            <a:ext cx="5996221" cy="614191"/>
          </a:xfrm>
          <a:custGeom>
            <a:avLst/>
            <a:gdLst/>
            <a:ahLst/>
            <a:cxnLst/>
            <a:rect r="r" b="b" t="t" l="l"/>
            <a:pathLst>
              <a:path h="614191" w="5996221">
                <a:moveTo>
                  <a:pt x="0" y="0"/>
                </a:moveTo>
                <a:lnTo>
                  <a:pt x="5996221" y="0"/>
                </a:lnTo>
                <a:lnTo>
                  <a:pt x="5996221" y="614191"/>
                </a:lnTo>
                <a:lnTo>
                  <a:pt x="0" y="614191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>
              <a:fillRect l="0" t="0" r="0" b="-56204"/>
            </a:stretch>
          </a:blipFill>
        </p:spPr>
      </p:sp>
      <p:sp>
        <p:nvSpPr>
          <p:cNvPr name="Freeform 66" id="66"/>
          <p:cNvSpPr/>
          <p:nvPr/>
        </p:nvSpPr>
        <p:spPr>
          <a:xfrm flipH="false" flipV="false" rot="0">
            <a:off x="6560105" y="7908027"/>
            <a:ext cx="6659150" cy="722387"/>
          </a:xfrm>
          <a:custGeom>
            <a:avLst/>
            <a:gdLst/>
            <a:ahLst/>
            <a:cxnLst/>
            <a:rect r="r" b="b" t="t" l="l"/>
            <a:pathLst>
              <a:path h="722387" w="6659150">
                <a:moveTo>
                  <a:pt x="0" y="0"/>
                </a:moveTo>
                <a:lnTo>
                  <a:pt x="6659150" y="0"/>
                </a:lnTo>
                <a:lnTo>
                  <a:pt x="6659150" y="722387"/>
                </a:lnTo>
                <a:lnTo>
                  <a:pt x="0" y="722387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>
              <a:fillRect l="0" t="-2841" r="0" b="-44651"/>
            </a:stretch>
          </a:blipFill>
        </p:spPr>
      </p:sp>
      <p:sp>
        <p:nvSpPr>
          <p:cNvPr name="TextBox 67" id="67"/>
          <p:cNvSpPr txBox="true"/>
          <p:nvPr/>
        </p:nvSpPr>
        <p:spPr>
          <a:xfrm rot="0">
            <a:off x="6044906" y="5340672"/>
            <a:ext cx="5886926" cy="3232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659"/>
              </a:lnSpc>
              <a:spcBef>
                <a:spcPct val="0"/>
              </a:spcBef>
            </a:pPr>
            <a:r>
              <a:rPr lang="en-US" b="true" sz="1899">
                <a:solidFill>
                  <a:srgbClr val="3E526A"/>
                </a:solidFill>
                <a:latin typeface="Muli Bold"/>
                <a:ea typeface="Muli Bold"/>
                <a:cs typeface="Muli Bold"/>
                <a:sym typeface="Muli Bold"/>
              </a:rPr>
              <a:t> Create an account and securely access the system.</a:t>
            </a:r>
          </a:p>
        </p:txBody>
      </p:sp>
      <p:sp>
        <p:nvSpPr>
          <p:cNvPr name="TextBox 68" id="68"/>
          <p:cNvSpPr txBox="true"/>
          <p:nvPr/>
        </p:nvSpPr>
        <p:spPr>
          <a:xfrm rot="0">
            <a:off x="6992540" y="6197665"/>
            <a:ext cx="5022056" cy="3232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659"/>
              </a:lnSpc>
              <a:spcBef>
                <a:spcPct val="0"/>
              </a:spcBef>
            </a:pPr>
            <a:r>
              <a:rPr lang="en-US" b="true" sz="1899">
                <a:solidFill>
                  <a:srgbClr val="3E526A"/>
                </a:solidFill>
                <a:latin typeface="Muli Bold"/>
                <a:ea typeface="Muli Bold"/>
                <a:cs typeface="Muli Bold"/>
                <a:sym typeface="Muli Bold"/>
              </a:rPr>
              <a:t>Acc</a:t>
            </a:r>
            <a:r>
              <a:rPr lang="en-US" b="true" sz="1899">
                <a:solidFill>
                  <a:srgbClr val="3E526A"/>
                </a:solidFill>
                <a:latin typeface="Muli Bold"/>
                <a:ea typeface="Muli Bold"/>
                <a:cs typeface="Muli Bold"/>
                <a:sym typeface="Muli Bold"/>
              </a:rPr>
              <a:t>ess image analysis and previous results.</a:t>
            </a:r>
          </a:p>
        </p:txBody>
      </p:sp>
      <p:sp>
        <p:nvSpPr>
          <p:cNvPr name="TextBox 69" id="69"/>
          <p:cNvSpPr txBox="true"/>
          <p:nvPr/>
        </p:nvSpPr>
        <p:spPr>
          <a:xfrm rot="0">
            <a:off x="6345524" y="7116065"/>
            <a:ext cx="5409061" cy="3232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659"/>
              </a:lnSpc>
              <a:spcBef>
                <a:spcPct val="0"/>
              </a:spcBef>
            </a:pPr>
            <a:r>
              <a:rPr lang="en-US" b="true" sz="1899">
                <a:solidFill>
                  <a:srgbClr val="17415F"/>
                </a:solidFill>
                <a:latin typeface="Muli Bold"/>
                <a:ea typeface="Muli Bold"/>
                <a:cs typeface="Muli Bold"/>
                <a:sym typeface="Muli Bold"/>
              </a:rPr>
              <a:t>Upload a retinal fundus image for AI analysis.</a:t>
            </a:r>
          </a:p>
        </p:txBody>
      </p:sp>
      <p:sp>
        <p:nvSpPr>
          <p:cNvPr name="TextBox 70" id="70"/>
          <p:cNvSpPr txBox="true"/>
          <p:nvPr/>
        </p:nvSpPr>
        <p:spPr>
          <a:xfrm rot="0">
            <a:off x="6706332" y="7930495"/>
            <a:ext cx="6160626" cy="6565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659"/>
              </a:lnSpc>
              <a:spcBef>
                <a:spcPct val="0"/>
              </a:spcBef>
            </a:pPr>
            <a:r>
              <a:rPr lang="en-US" b="true" sz="1899">
                <a:solidFill>
                  <a:srgbClr val="3E526A"/>
                </a:solidFill>
                <a:latin typeface="Muli Bold"/>
                <a:ea typeface="Muli Bold"/>
                <a:cs typeface="Muli Bold"/>
                <a:sym typeface="Muli Bold"/>
              </a:rPr>
              <a:t>View predicted DR severity, class probabilities, Grad-CAM visualizations, and previous analysis records.</a:t>
            </a:r>
          </a:p>
        </p:txBody>
      </p:sp>
    </p:spTree>
  </p:cSld>
  <p:clrMapOvr>
    <a:masterClrMapping/>
  </p:clrMapOvr>
</p:sld>
</file>

<file path=ppt/slides/slide1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gradFill rotWithShape="true">
          <a:gsLst>
            <a:gs pos="0">
              <a:srgbClr val="FBFBFB">
                <a:alpha val="100000"/>
              </a:srgbClr>
            </a:gs>
            <a:gs pos="33333">
              <a:srgbClr val="F1F1F1">
                <a:alpha val="66500"/>
              </a:srgbClr>
            </a:gs>
            <a:gs pos="66667">
              <a:srgbClr val="E9E9E9">
                <a:alpha val="67000"/>
              </a:srgbClr>
            </a:gs>
            <a:gs pos="100000">
              <a:srgbClr val="E0E1E3">
                <a:alpha val="25000"/>
              </a:srgbClr>
            </a:gs>
          </a:gsLst>
          <a:lin ang="540000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-1039392">
            <a:off x="-5599131" y="-3928144"/>
            <a:ext cx="29486263" cy="18143288"/>
            <a:chOff x="0" y="0"/>
            <a:chExt cx="39315017" cy="24191051"/>
          </a:xfrm>
        </p:grpSpPr>
        <p:sp>
          <p:nvSpPr>
            <p:cNvPr name="Freeform 3" id="3"/>
            <p:cNvSpPr/>
            <p:nvPr/>
          </p:nvSpPr>
          <p:spPr>
            <a:xfrm flipH="false" flipV="true" rot="0">
              <a:off x="10693806" y="890869"/>
              <a:ext cx="13700313" cy="12738888"/>
            </a:xfrm>
            <a:custGeom>
              <a:avLst/>
              <a:gdLst/>
              <a:ahLst/>
              <a:cxnLst/>
              <a:rect r="r" b="b" t="t" l="l"/>
              <a:pathLst>
                <a:path h="12738888" w="13700313">
                  <a:moveTo>
                    <a:pt x="0" y="12738888"/>
                  </a:moveTo>
                  <a:lnTo>
                    <a:pt x="13700313" y="12738888"/>
                  </a:lnTo>
                  <a:lnTo>
                    <a:pt x="13700313" y="0"/>
                  </a:lnTo>
                  <a:lnTo>
                    <a:pt x="0" y="0"/>
                  </a:lnTo>
                  <a:lnTo>
                    <a:pt x="0" y="12738888"/>
                  </a:lnTo>
                  <a:close/>
                </a:path>
              </a:pathLst>
            </a:custGeom>
            <a:blipFill>
              <a:blip r:embed="rId2">
                <a:alphaModFix amt="10999"/>
              </a:blip>
              <a:stretch>
                <a:fillRect l="0" t="0" r="0" b="0"/>
              </a:stretch>
            </a:blipFill>
          </p:spPr>
        </p:sp>
        <p:sp>
          <p:nvSpPr>
            <p:cNvPr name="Freeform 4" id="4"/>
            <p:cNvSpPr/>
            <p:nvPr/>
          </p:nvSpPr>
          <p:spPr>
            <a:xfrm flipH="false" flipV="true" rot="0">
              <a:off x="21387611" y="0"/>
              <a:ext cx="13700313" cy="12738888"/>
            </a:xfrm>
            <a:custGeom>
              <a:avLst/>
              <a:gdLst/>
              <a:ahLst/>
              <a:cxnLst/>
              <a:rect r="r" b="b" t="t" l="l"/>
              <a:pathLst>
                <a:path h="12738888" w="13700313">
                  <a:moveTo>
                    <a:pt x="0" y="12738888"/>
                  </a:moveTo>
                  <a:lnTo>
                    <a:pt x="13700314" y="12738888"/>
                  </a:lnTo>
                  <a:lnTo>
                    <a:pt x="13700314" y="0"/>
                  </a:lnTo>
                  <a:lnTo>
                    <a:pt x="0" y="0"/>
                  </a:lnTo>
                  <a:lnTo>
                    <a:pt x="0" y="12738888"/>
                  </a:lnTo>
                  <a:close/>
                </a:path>
              </a:pathLst>
            </a:custGeom>
            <a:blipFill>
              <a:blip r:embed="rId2">
                <a:alphaModFix amt="10999"/>
              </a:blip>
              <a:stretch>
                <a:fillRect l="0" t="0" r="0" b="0"/>
              </a:stretch>
            </a:blipFill>
          </p:spPr>
        </p:sp>
        <p:sp>
          <p:nvSpPr>
            <p:cNvPr name="Freeform 5" id="5"/>
            <p:cNvSpPr/>
            <p:nvPr/>
          </p:nvSpPr>
          <p:spPr>
            <a:xfrm flipH="true" flipV="false" rot="0">
              <a:off x="25614703" y="9670425"/>
              <a:ext cx="13700313" cy="12738888"/>
            </a:xfrm>
            <a:custGeom>
              <a:avLst/>
              <a:gdLst/>
              <a:ahLst/>
              <a:cxnLst/>
              <a:rect r="r" b="b" t="t" l="l"/>
              <a:pathLst>
                <a:path h="12738888" w="13700313">
                  <a:moveTo>
                    <a:pt x="13700314" y="0"/>
                  </a:moveTo>
                  <a:lnTo>
                    <a:pt x="0" y="0"/>
                  </a:lnTo>
                  <a:lnTo>
                    <a:pt x="0" y="12738888"/>
                  </a:lnTo>
                  <a:lnTo>
                    <a:pt x="13700314" y="12738888"/>
                  </a:lnTo>
                  <a:lnTo>
                    <a:pt x="13700314" y="0"/>
                  </a:lnTo>
                  <a:close/>
                </a:path>
              </a:pathLst>
            </a:custGeom>
            <a:blipFill>
              <a:blip r:embed="rId2">
                <a:alphaModFix amt="10999"/>
              </a:blip>
              <a:stretch>
                <a:fillRect l="0" t="0" r="0" b="0"/>
              </a:stretch>
            </a:blipFill>
          </p:spPr>
        </p:sp>
        <p:sp>
          <p:nvSpPr>
            <p:cNvPr name="Freeform 6" id="6"/>
            <p:cNvSpPr/>
            <p:nvPr/>
          </p:nvSpPr>
          <p:spPr>
            <a:xfrm flipH="true" flipV="false" rot="0">
              <a:off x="14920898" y="10561294"/>
              <a:ext cx="13700313" cy="12738888"/>
            </a:xfrm>
            <a:custGeom>
              <a:avLst/>
              <a:gdLst/>
              <a:ahLst/>
              <a:cxnLst/>
              <a:rect r="r" b="b" t="t" l="l"/>
              <a:pathLst>
                <a:path h="12738888" w="13700313">
                  <a:moveTo>
                    <a:pt x="13700313" y="0"/>
                  </a:moveTo>
                  <a:lnTo>
                    <a:pt x="0" y="0"/>
                  </a:lnTo>
                  <a:lnTo>
                    <a:pt x="0" y="12738888"/>
                  </a:lnTo>
                  <a:lnTo>
                    <a:pt x="13700313" y="12738888"/>
                  </a:lnTo>
                  <a:lnTo>
                    <a:pt x="13700313" y="0"/>
                  </a:lnTo>
                  <a:close/>
                </a:path>
              </a:pathLst>
            </a:custGeom>
            <a:blipFill>
              <a:blip r:embed="rId2">
                <a:alphaModFix amt="10999"/>
              </a:blip>
              <a:stretch>
                <a:fillRect l="0" t="0" r="0" b="0"/>
              </a:stretch>
            </a:blipFill>
          </p:spPr>
        </p:sp>
        <p:sp>
          <p:nvSpPr>
            <p:cNvPr name="Freeform 7" id="7"/>
            <p:cNvSpPr/>
            <p:nvPr/>
          </p:nvSpPr>
          <p:spPr>
            <a:xfrm flipH="false" flipV="true" rot="0">
              <a:off x="0" y="1781739"/>
              <a:ext cx="13700313" cy="12738888"/>
            </a:xfrm>
            <a:custGeom>
              <a:avLst/>
              <a:gdLst/>
              <a:ahLst/>
              <a:cxnLst/>
              <a:rect r="r" b="b" t="t" l="l"/>
              <a:pathLst>
                <a:path h="12738888" w="13700313">
                  <a:moveTo>
                    <a:pt x="0" y="12738888"/>
                  </a:moveTo>
                  <a:lnTo>
                    <a:pt x="13700313" y="12738888"/>
                  </a:lnTo>
                  <a:lnTo>
                    <a:pt x="13700313" y="0"/>
                  </a:lnTo>
                  <a:lnTo>
                    <a:pt x="0" y="0"/>
                  </a:lnTo>
                  <a:lnTo>
                    <a:pt x="0" y="12738888"/>
                  </a:lnTo>
                  <a:close/>
                </a:path>
              </a:pathLst>
            </a:custGeom>
            <a:blipFill>
              <a:blip r:embed="rId2">
                <a:alphaModFix amt="10999"/>
              </a:blip>
              <a:stretch>
                <a:fillRect l="0" t="0" r="0" b="0"/>
              </a:stretch>
            </a:blipFill>
          </p:spPr>
        </p:sp>
        <p:sp>
          <p:nvSpPr>
            <p:cNvPr name="Freeform 8" id="8"/>
            <p:cNvSpPr/>
            <p:nvPr/>
          </p:nvSpPr>
          <p:spPr>
            <a:xfrm flipH="true" flipV="false" rot="0">
              <a:off x="4227092" y="11452163"/>
              <a:ext cx="13700313" cy="12738888"/>
            </a:xfrm>
            <a:custGeom>
              <a:avLst/>
              <a:gdLst/>
              <a:ahLst/>
              <a:cxnLst/>
              <a:rect r="r" b="b" t="t" l="l"/>
              <a:pathLst>
                <a:path h="12738888" w="13700313">
                  <a:moveTo>
                    <a:pt x="13700313" y="0"/>
                  </a:moveTo>
                  <a:lnTo>
                    <a:pt x="0" y="0"/>
                  </a:lnTo>
                  <a:lnTo>
                    <a:pt x="0" y="12738888"/>
                  </a:lnTo>
                  <a:lnTo>
                    <a:pt x="13700313" y="12738888"/>
                  </a:lnTo>
                  <a:lnTo>
                    <a:pt x="13700313" y="0"/>
                  </a:lnTo>
                  <a:close/>
                </a:path>
              </a:pathLst>
            </a:custGeom>
            <a:blipFill>
              <a:blip r:embed="rId2">
                <a:alphaModFix amt="10999"/>
              </a:blip>
              <a:stretch>
                <a:fillRect l="0" t="0" r="0" b="0"/>
              </a:stretch>
            </a:blipFill>
          </p:spPr>
        </p:sp>
      </p:grpSp>
      <p:grpSp>
        <p:nvGrpSpPr>
          <p:cNvPr name="Group 9" id="9"/>
          <p:cNvGrpSpPr/>
          <p:nvPr/>
        </p:nvGrpSpPr>
        <p:grpSpPr>
          <a:xfrm rot="0">
            <a:off x="328767" y="360263"/>
            <a:ext cx="17630466" cy="9566473"/>
            <a:chOff x="0" y="0"/>
            <a:chExt cx="23507288" cy="12755298"/>
          </a:xfrm>
        </p:grpSpPr>
        <p:grpSp>
          <p:nvGrpSpPr>
            <p:cNvPr name="Group 10" id="10"/>
            <p:cNvGrpSpPr/>
            <p:nvPr/>
          </p:nvGrpSpPr>
          <p:grpSpPr>
            <a:xfrm rot="0">
              <a:off x="0" y="7832412"/>
              <a:ext cx="63500" cy="4922886"/>
              <a:chOff x="0" y="0"/>
              <a:chExt cx="12543" cy="972422"/>
            </a:xfrm>
          </p:grpSpPr>
          <p:sp>
            <p:nvSpPr>
              <p:cNvPr name="Freeform 11" id="11"/>
              <p:cNvSpPr/>
              <p:nvPr/>
            </p:nvSpPr>
            <p:spPr>
              <a:xfrm flipH="false" flipV="false" rot="0">
                <a:off x="0" y="0"/>
                <a:ext cx="12543" cy="972422"/>
              </a:xfrm>
              <a:custGeom>
                <a:avLst/>
                <a:gdLst/>
                <a:ahLst/>
                <a:cxnLst/>
                <a:rect r="r" b="b" t="t" l="l"/>
                <a:pathLst>
                  <a:path h="972422" w="12543">
                    <a:moveTo>
                      <a:pt x="0" y="0"/>
                    </a:moveTo>
                    <a:lnTo>
                      <a:pt x="12543" y="0"/>
                    </a:lnTo>
                    <a:lnTo>
                      <a:pt x="12543" y="972422"/>
                    </a:lnTo>
                    <a:lnTo>
                      <a:pt x="0" y="972422"/>
                    </a:lnTo>
                    <a:close/>
                  </a:path>
                </a:pathLst>
              </a:custGeom>
              <a:solidFill>
                <a:srgbClr val="17415F"/>
              </a:solidFill>
            </p:spPr>
          </p:sp>
          <p:sp>
            <p:nvSpPr>
              <p:cNvPr name="TextBox 12" id="12"/>
              <p:cNvSpPr txBox="true"/>
              <p:nvPr/>
            </p:nvSpPr>
            <p:spPr>
              <a:xfrm>
                <a:off x="0" y="-38100"/>
                <a:ext cx="12543" cy="1010522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grpSp>
          <p:nvGrpSpPr>
            <p:cNvPr name="Group 13" id="13"/>
            <p:cNvGrpSpPr/>
            <p:nvPr/>
          </p:nvGrpSpPr>
          <p:grpSpPr>
            <a:xfrm rot="-5400000">
              <a:off x="6920832" y="5834466"/>
              <a:ext cx="63500" cy="13778164"/>
              <a:chOff x="0" y="0"/>
              <a:chExt cx="12543" cy="2721613"/>
            </a:xfrm>
          </p:grpSpPr>
          <p:sp>
            <p:nvSpPr>
              <p:cNvPr name="Freeform 14" id="14"/>
              <p:cNvSpPr/>
              <p:nvPr/>
            </p:nvSpPr>
            <p:spPr>
              <a:xfrm flipH="false" flipV="false" rot="0">
                <a:off x="0" y="0"/>
                <a:ext cx="12543" cy="2721613"/>
              </a:xfrm>
              <a:custGeom>
                <a:avLst/>
                <a:gdLst/>
                <a:ahLst/>
                <a:cxnLst/>
                <a:rect r="r" b="b" t="t" l="l"/>
                <a:pathLst>
                  <a:path h="2721613" w="12543">
                    <a:moveTo>
                      <a:pt x="0" y="0"/>
                    </a:moveTo>
                    <a:lnTo>
                      <a:pt x="12543" y="0"/>
                    </a:lnTo>
                    <a:lnTo>
                      <a:pt x="12543" y="2721613"/>
                    </a:lnTo>
                    <a:lnTo>
                      <a:pt x="0" y="2721613"/>
                    </a:lnTo>
                    <a:close/>
                  </a:path>
                </a:pathLst>
              </a:custGeom>
              <a:solidFill>
                <a:srgbClr val="17415F"/>
              </a:solidFill>
            </p:spPr>
          </p:sp>
          <p:sp>
            <p:nvSpPr>
              <p:cNvPr name="TextBox 15" id="15"/>
              <p:cNvSpPr txBox="true"/>
              <p:nvPr/>
            </p:nvSpPr>
            <p:spPr>
              <a:xfrm>
                <a:off x="0" y="-38100"/>
                <a:ext cx="12543" cy="2759713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grpSp>
          <p:nvGrpSpPr>
            <p:cNvPr name="Group 16" id="16"/>
            <p:cNvGrpSpPr/>
            <p:nvPr/>
          </p:nvGrpSpPr>
          <p:grpSpPr>
            <a:xfrm rot="-10800000">
              <a:off x="23443788" y="0"/>
              <a:ext cx="63500" cy="4922886"/>
              <a:chOff x="0" y="0"/>
              <a:chExt cx="12543" cy="972422"/>
            </a:xfrm>
          </p:grpSpPr>
          <p:sp>
            <p:nvSpPr>
              <p:cNvPr name="Freeform 17" id="17"/>
              <p:cNvSpPr/>
              <p:nvPr/>
            </p:nvSpPr>
            <p:spPr>
              <a:xfrm flipH="false" flipV="false" rot="0">
                <a:off x="0" y="0"/>
                <a:ext cx="12543" cy="972422"/>
              </a:xfrm>
              <a:custGeom>
                <a:avLst/>
                <a:gdLst/>
                <a:ahLst/>
                <a:cxnLst/>
                <a:rect r="r" b="b" t="t" l="l"/>
                <a:pathLst>
                  <a:path h="972422" w="12543">
                    <a:moveTo>
                      <a:pt x="0" y="0"/>
                    </a:moveTo>
                    <a:lnTo>
                      <a:pt x="12543" y="0"/>
                    </a:lnTo>
                    <a:lnTo>
                      <a:pt x="12543" y="972422"/>
                    </a:lnTo>
                    <a:lnTo>
                      <a:pt x="0" y="972422"/>
                    </a:lnTo>
                    <a:close/>
                  </a:path>
                </a:pathLst>
              </a:custGeom>
              <a:solidFill>
                <a:srgbClr val="17415F"/>
              </a:solidFill>
            </p:spPr>
          </p:sp>
          <p:sp>
            <p:nvSpPr>
              <p:cNvPr name="TextBox 18" id="18"/>
              <p:cNvSpPr txBox="true"/>
              <p:nvPr/>
            </p:nvSpPr>
            <p:spPr>
              <a:xfrm>
                <a:off x="0" y="-38100"/>
                <a:ext cx="12543" cy="1010522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grpSp>
          <p:nvGrpSpPr>
            <p:cNvPr name="Group 19" id="19"/>
            <p:cNvGrpSpPr/>
            <p:nvPr/>
          </p:nvGrpSpPr>
          <p:grpSpPr>
            <a:xfrm rot="5400000">
              <a:off x="16522956" y="-6857332"/>
              <a:ext cx="63500" cy="13778164"/>
              <a:chOff x="0" y="0"/>
              <a:chExt cx="12543" cy="2721613"/>
            </a:xfrm>
          </p:grpSpPr>
          <p:sp>
            <p:nvSpPr>
              <p:cNvPr name="Freeform 20" id="20"/>
              <p:cNvSpPr/>
              <p:nvPr/>
            </p:nvSpPr>
            <p:spPr>
              <a:xfrm flipH="false" flipV="false" rot="0">
                <a:off x="0" y="0"/>
                <a:ext cx="12543" cy="2721613"/>
              </a:xfrm>
              <a:custGeom>
                <a:avLst/>
                <a:gdLst/>
                <a:ahLst/>
                <a:cxnLst/>
                <a:rect r="r" b="b" t="t" l="l"/>
                <a:pathLst>
                  <a:path h="2721613" w="12543">
                    <a:moveTo>
                      <a:pt x="0" y="0"/>
                    </a:moveTo>
                    <a:lnTo>
                      <a:pt x="12543" y="0"/>
                    </a:lnTo>
                    <a:lnTo>
                      <a:pt x="12543" y="2721613"/>
                    </a:lnTo>
                    <a:lnTo>
                      <a:pt x="0" y="2721613"/>
                    </a:lnTo>
                    <a:close/>
                  </a:path>
                </a:pathLst>
              </a:custGeom>
              <a:solidFill>
                <a:srgbClr val="17415F"/>
              </a:solidFill>
            </p:spPr>
          </p:sp>
          <p:sp>
            <p:nvSpPr>
              <p:cNvPr name="TextBox 21" id="21"/>
              <p:cNvSpPr txBox="true"/>
              <p:nvPr/>
            </p:nvSpPr>
            <p:spPr>
              <a:xfrm>
                <a:off x="0" y="-38100"/>
                <a:ext cx="12543" cy="2759713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grpSp>
          <p:nvGrpSpPr>
            <p:cNvPr name="Group 22" id="22"/>
            <p:cNvGrpSpPr/>
            <p:nvPr/>
          </p:nvGrpSpPr>
          <p:grpSpPr>
            <a:xfrm rot="-10800000">
              <a:off x="22957231" y="413305"/>
              <a:ext cx="63500" cy="1669468"/>
              <a:chOff x="0" y="0"/>
              <a:chExt cx="12543" cy="329771"/>
            </a:xfrm>
          </p:grpSpPr>
          <p:sp>
            <p:nvSpPr>
              <p:cNvPr name="Freeform 23" id="23"/>
              <p:cNvSpPr/>
              <p:nvPr/>
            </p:nvSpPr>
            <p:spPr>
              <a:xfrm flipH="false" flipV="false" rot="0">
                <a:off x="0" y="0"/>
                <a:ext cx="12543" cy="329771"/>
              </a:xfrm>
              <a:custGeom>
                <a:avLst/>
                <a:gdLst/>
                <a:ahLst/>
                <a:cxnLst/>
                <a:rect r="r" b="b" t="t" l="l"/>
                <a:pathLst>
                  <a:path h="329771" w="12543">
                    <a:moveTo>
                      <a:pt x="0" y="0"/>
                    </a:moveTo>
                    <a:lnTo>
                      <a:pt x="12543" y="0"/>
                    </a:lnTo>
                    <a:lnTo>
                      <a:pt x="12543" y="329771"/>
                    </a:lnTo>
                    <a:lnTo>
                      <a:pt x="0" y="329771"/>
                    </a:lnTo>
                    <a:close/>
                  </a:path>
                </a:pathLst>
              </a:custGeom>
              <a:solidFill>
                <a:srgbClr val="17415F"/>
              </a:solidFill>
            </p:spPr>
          </p:sp>
          <p:sp>
            <p:nvSpPr>
              <p:cNvPr name="TextBox 24" id="24"/>
              <p:cNvSpPr txBox="true"/>
              <p:nvPr/>
            </p:nvSpPr>
            <p:spPr>
              <a:xfrm>
                <a:off x="0" y="-38100"/>
                <a:ext cx="12543" cy="367871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grpSp>
          <p:nvGrpSpPr>
            <p:cNvPr name="Group 25" id="25"/>
            <p:cNvGrpSpPr/>
            <p:nvPr/>
          </p:nvGrpSpPr>
          <p:grpSpPr>
            <a:xfrm rot="5400000">
              <a:off x="20138971" y="-2378926"/>
              <a:ext cx="63500" cy="5647961"/>
              <a:chOff x="0" y="0"/>
              <a:chExt cx="12543" cy="1115647"/>
            </a:xfrm>
          </p:grpSpPr>
          <p:sp>
            <p:nvSpPr>
              <p:cNvPr name="Freeform 26" id="26"/>
              <p:cNvSpPr/>
              <p:nvPr/>
            </p:nvSpPr>
            <p:spPr>
              <a:xfrm flipH="false" flipV="false" rot="0">
                <a:off x="0" y="0"/>
                <a:ext cx="12543" cy="1115647"/>
              </a:xfrm>
              <a:custGeom>
                <a:avLst/>
                <a:gdLst/>
                <a:ahLst/>
                <a:cxnLst/>
                <a:rect r="r" b="b" t="t" l="l"/>
                <a:pathLst>
                  <a:path h="1115647" w="12543">
                    <a:moveTo>
                      <a:pt x="0" y="0"/>
                    </a:moveTo>
                    <a:lnTo>
                      <a:pt x="12543" y="0"/>
                    </a:lnTo>
                    <a:lnTo>
                      <a:pt x="12543" y="1115647"/>
                    </a:lnTo>
                    <a:lnTo>
                      <a:pt x="0" y="1115647"/>
                    </a:lnTo>
                    <a:close/>
                  </a:path>
                </a:pathLst>
              </a:custGeom>
              <a:solidFill>
                <a:srgbClr val="17415F"/>
              </a:solidFill>
            </p:spPr>
          </p:sp>
          <p:sp>
            <p:nvSpPr>
              <p:cNvPr name="TextBox 27" id="27"/>
              <p:cNvSpPr txBox="true"/>
              <p:nvPr/>
            </p:nvSpPr>
            <p:spPr>
              <a:xfrm>
                <a:off x="0" y="-38100"/>
                <a:ext cx="12543" cy="1153747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grpSp>
          <p:nvGrpSpPr>
            <p:cNvPr name="Group 28" id="28"/>
            <p:cNvGrpSpPr/>
            <p:nvPr/>
          </p:nvGrpSpPr>
          <p:grpSpPr>
            <a:xfrm rot="0">
              <a:off x="486556" y="10672525"/>
              <a:ext cx="63500" cy="1669468"/>
              <a:chOff x="0" y="0"/>
              <a:chExt cx="12543" cy="329771"/>
            </a:xfrm>
          </p:grpSpPr>
          <p:sp>
            <p:nvSpPr>
              <p:cNvPr name="Freeform 29" id="29"/>
              <p:cNvSpPr/>
              <p:nvPr/>
            </p:nvSpPr>
            <p:spPr>
              <a:xfrm flipH="false" flipV="false" rot="0">
                <a:off x="0" y="0"/>
                <a:ext cx="12543" cy="329771"/>
              </a:xfrm>
              <a:custGeom>
                <a:avLst/>
                <a:gdLst/>
                <a:ahLst/>
                <a:cxnLst/>
                <a:rect r="r" b="b" t="t" l="l"/>
                <a:pathLst>
                  <a:path h="329771" w="12543">
                    <a:moveTo>
                      <a:pt x="0" y="0"/>
                    </a:moveTo>
                    <a:lnTo>
                      <a:pt x="12543" y="0"/>
                    </a:lnTo>
                    <a:lnTo>
                      <a:pt x="12543" y="329771"/>
                    </a:lnTo>
                    <a:lnTo>
                      <a:pt x="0" y="329771"/>
                    </a:lnTo>
                    <a:close/>
                  </a:path>
                </a:pathLst>
              </a:custGeom>
              <a:solidFill>
                <a:srgbClr val="17415F"/>
              </a:solidFill>
            </p:spPr>
          </p:sp>
          <p:sp>
            <p:nvSpPr>
              <p:cNvPr name="TextBox 30" id="30"/>
              <p:cNvSpPr txBox="true"/>
              <p:nvPr/>
            </p:nvSpPr>
            <p:spPr>
              <a:xfrm>
                <a:off x="0" y="-38100"/>
                <a:ext cx="12543" cy="367871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grpSp>
          <p:nvGrpSpPr>
            <p:cNvPr name="Group 31" id="31"/>
            <p:cNvGrpSpPr/>
            <p:nvPr/>
          </p:nvGrpSpPr>
          <p:grpSpPr>
            <a:xfrm rot="-5400000">
              <a:off x="3304817" y="9486262"/>
              <a:ext cx="63500" cy="5647961"/>
              <a:chOff x="0" y="0"/>
              <a:chExt cx="12543" cy="1115647"/>
            </a:xfrm>
          </p:grpSpPr>
          <p:sp>
            <p:nvSpPr>
              <p:cNvPr name="Freeform 32" id="32"/>
              <p:cNvSpPr/>
              <p:nvPr/>
            </p:nvSpPr>
            <p:spPr>
              <a:xfrm flipH="false" flipV="false" rot="0">
                <a:off x="0" y="0"/>
                <a:ext cx="12543" cy="1115647"/>
              </a:xfrm>
              <a:custGeom>
                <a:avLst/>
                <a:gdLst/>
                <a:ahLst/>
                <a:cxnLst/>
                <a:rect r="r" b="b" t="t" l="l"/>
                <a:pathLst>
                  <a:path h="1115647" w="12543">
                    <a:moveTo>
                      <a:pt x="0" y="0"/>
                    </a:moveTo>
                    <a:lnTo>
                      <a:pt x="12543" y="0"/>
                    </a:lnTo>
                    <a:lnTo>
                      <a:pt x="12543" y="1115647"/>
                    </a:lnTo>
                    <a:lnTo>
                      <a:pt x="0" y="1115647"/>
                    </a:lnTo>
                    <a:close/>
                  </a:path>
                </a:pathLst>
              </a:custGeom>
              <a:solidFill>
                <a:srgbClr val="17415F"/>
              </a:solidFill>
            </p:spPr>
          </p:sp>
          <p:sp>
            <p:nvSpPr>
              <p:cNvPr name="TextBox 33" id="33"/>
              <p:cNvSpPr txBox="true"/>
              <p:nvPr/>
            </p:nvSpPr>
            <p:spPr>
              <a:xfrm>
                <a:off x="0" y="-38100"/>
                <a:ext cx="12543" cy="1153747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</p:grpSp>
      <p:grpSp>
        <p:nvGrpSpPr>
          <p:cNvPr name="Group 34" id="34"/>
          <p:cNvGrpSpPr/>
          <p:nvPr/>
        </p:nvGrpSpPr>
        <p:grpSpPr>
          <a:xfrm rot="0">
            <a:off x="13955824" y="6587618"/>
            <a:ext cx="6666800" cy="4085592"/>
            <a:chOff x="0" y="0"/>
            <a:chExt cx="8889067" cy="5447455"/>
          </a:xfrm>
        </p:grpSpPr>
        <p:grpSp>
          <p:nvGrpSpPr>
            <p:cNvPr name="Group 35" id="35"/>
            <p:cNvGrpSpPr/>
            <p:nvPr/>
          </p:nvGrpSpPr>
          <p:grpSpPr>
            <a:xfrm rot="-10800000">
              <a:off x="2663403" y="0"/>
              <a:ext cx="6225663" cy="5447455"/>
              <a:chOff x="0" y="0"/>
              <a:chExt cx="812800" cy="711200"/>
            </a:xfrm>
          </p:grpSpPr>
          <p:sp>
            <p:nvSpPr>
              <p:cNvPr name="Freeform 36" id="36"/>
              <p:cNvSpPr/>
              <p:nvPr/>
            </p:nvSpPr>
            <p:spPr>
              <a:xfrm flipH="false" flipV="false" rot="0">
                <a:off x="0" y="0"/>
                <a:ext cx="812800" cy="711200"/>
              </a:xfrm>
              <a:custGeom>
                <a:avLst/>
                <a:gdLst/>
                <a:ahLst/>
                <a:cxnLst/>
                <a:rect r="r" b="b" t="t" l="l"/>
                <a:pathLst>
                  <a:path h="711200" w="812800">
                    <a:moveTo>
                      <a:pt x="406400" y="711200"/>
                    </a:moveTo>
                    <a:lnTo>
                      <a:pt x="812800" y="0"/>
                    </a:lnTo>
                    <a:lnTo>
                      <a:pt x="0" y="0"/>
                    </a:lnTo>
                    <a:lnTo>
                      <a:pt x="406400" y="711200"/>
                    </a:lnTo>
                    <a:close/>
                  </a:path>
                </a:pathLst>
              </a:custGeom>
              <a:solidFill>
                <a:srgbClr val="6B7A8C"/>
              </a:solidFill>
            </p:spPr>
          </p:sp>
          <p:sp>
            <p:nvSpPr>
              <p:cNvPr name="TextBox 37" id="37"/>
              <p:cNvSpPr txBox="true"/>
              <p:nvPr/>
            </p:nvSpPr>
            <p:spPr>
              <a:xfrm>
                <a:off x="127000" y="12700"/>
                <a:ext cx="558800" cy="36830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grpSp>
          <p:nvGrpSpPr>
            <p:cNvPr name="Group 38" id="38"/>
            <p:cNvGrpSpPr/>
            <p:nvPr/>
          </p:nvGrpSpPr>
          <p:grpSpPr>
            <a:xfrm rot="-10800000">
              <a:off x="0" y="3821268"/>
              <a:ext cx="5776235" cy="1261779"/>
              <a:chOff x="0" y="0"/>
              <a:chExt cx="1140985" cy="249240"/>
            </a:xfrm>
          </p:grpSpPr>
          <p:sp>
            <p:nvSpPr>
              <p:cNvPr name="Freeform 39" id="39"/>
              <p:cNvSpPr/>
              <p:nvPr/>
            </p:nvSpPr>
            <p:spPr>
              <a:xfrm flipH="false" flipV="false" rot="0">
                <a:off x="0" y="0"/>
                <a:ext cx="1140985" cy="249240"/>
              </a:xfrm>
              <a:custGeom>
                <a:avLst/>
                <a:gdLst/>
                <a:ahLst/>
                <a:cxnLst/>
                <a:rect r="r" b="b" t="t" l="l"/>
                <a:pathLst>
                  <a:path h="249240" w="1140985">
                    <a:moveTo>
                      <a:pt x="203200" y="0"/>
                    </a:moveTo>
                    <a:lnTo>
                      <a:pt x="1140985" y="0"/>
                    </a:lnTo>
                    <a:lnTo>
                      <a:pt x="937785" y="249240"/>
                    </a:lnTo>
                    <a:lnTo>
                      <a:pt x="0" y="249240"/>
                    </a:lnTo>
                    <a:lnTo>
                      <a:pt x="203200" y="0"/>
                    </a:lnTo>
                    <a:close/>
                  </a:path>
                </a:pathLst>
              </a:custGeom>
              <a:solidFill>
                <a:srgbClr val="88A5C4"/>
              </a:solidFill>
            </p:spPr>
          </p:sp>
          <p:sp>
            <p:nvSpPr>
              <p:cNvPr name="TextBox 40" id="40"/>
              <p:cNvSpPr txBox="true"/>
              <p:nvPr/>
            </p:nvSpPr>
            <p:spPr>
              <a:xfrm>
                <a:off x="101600" y="-38100"/>
                <a:ext cx="937785" cy="28734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</p:grpSp>
      <p:grpSp>
        <p:nvGrpSpPr>
          <p:cNvPr name="Group 41" id="41"/>
          <p:cNvGrpSpPr/>
          <p:nvPr/>
        </p:nvGrpSpPr>
        <p:grpSpPr>
          <a:xfrm rot="-10800000">
            <a:off x="-2304700" y="-378866"/>
            <a:ext cx="6666800" cy="4085592"/>
            <a:chOff x="0" y="0"/>
            <a:chExt cx="8889067" cy="5447455"/>
          </a:xfrm>
        </p:grpSpPr>
        <p:grpSp>
          <p:nvGrpSpPr>
            <p:cNvPr name="Group 42" id="42"/>
            <p:cNvGrpSpPr/>
            <p:nvPr/>
          </p:nvGrpSpPr>
          <p:grpSpPr>
            <a:xfrm rot="-10800000">
              <a:off x="2663403" y="0"/>
              <a:ext cx="6225663" cy="5447455"/>
              <a:chOff x="0" y="0"/>
              <a:chExt cx="812800" cy="711200"/>
            </a:xfrm>
          </p:grpSpPr>
          <p:sp>
            <p:nvSpPr>
              <p:cNvPr name="Freeform 43" id="43"/>
              <p:cNvSpPr/>
              <p:nvPr/>
            </p:nvSpPr>
            <p:spPr>
              <a:xfrm flipH="false" flipV="false" rot="0">
                <a:off x="0" y="0"/>
                <a:ext cx="812800" cy="711200"/>
              </a:xfrm>
              <a:custGeom>
                <a:avLst/>
                <a:gdLst/>
                <a:ahLst/>
                <a:cxnLst/>
                <a:rect r="r" b="b" t="t" l="l"/>
                <a:pathLst>
                  <a:path h="711200" w="812800">
                    <a:moveTo>
                      <a:pt x="406400" y="711200"/>
                    </a:moveTo>
                    <a:lnTo>
                      <a:pt x="812800" y="0"/>
                    </a:lnTo>
                    <a:lnTo>
                      <a:pt x="0" y="0"/>
                    </a:lnTo>
                    <a:lnTo>
                      <a:pt x="406400" y="711200"/>
                    </a:lnTo>
                    <a:close/>
                  </a:path>
                </a:pathLst>
              </a:custGeom>
              <a:solidFill>
                <a:srgbClr val="6B7A8C"/>
              </a:solidFill>
            </p:spPr>
          </p:sp>
          <p:sp>
            <p:nvSpPr>
              <p:cNvPr name="TextBox 44" id="44"/>
              <p:cNvSpPr txBox="true"/>
              <p:nvPr/>
            </p:nvSpPr>
            <p:spPr>
              <a:xfrm>
                <a:off x="127000" y="12700"/>
                <a:ext cx="558800" cy="36830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grpSp>
          <p:nvGrpSpPr>
            <p:cNvPr name="Group 45" id="45"/>
            <p:cNvGrpSpPr/>
            <p:nvPr/>
          </p:nvGrpSpPr>
          <p:grpSpPr>
            <a:xfrm rot="-10800000">
              <a:off x="0" y="3821268"/>
              <a:ext cx="5776235" cy="1261779"/>
              <a:chOff x="0" y="0"/>
              <a:chExt cx="1140985" cy="249240"/>
            </a:xfrm>
          </p:grpSpPr>
          <p:sp>
            <p:nvSpPr>
              <p:cNvPr name="Freeform 46" id="46"/>
              <p:cNvSpPr/>
              <p:nvPr/>
            </p:nvSpPr>
            <p:spPr>
              <a:xfrm flipH="false" flipV="false" rot="0">
                <a:off x="0" y="0"/>
                <a:ext cx="1140985" cy="249240"/>
              </a:xfrm>
              <a:custGeom>
                <a:avLst/>
                <a:gdLst/>
                <a:ahLst/>
                <a:cxnLst/>
                <a:rect r="r" b="b" t="t" l="l"/>
                <a:pathLst>
                  <a:path h="249240" w="1140985">
                    <a:moveTo>
                      <a:pt x="203200" y="0"/>
                    </a:moveTo>
                    <a:lnTo>
                      <a:pt x="1140985" y="0"/>
                    </a:lnTo>
                    <a:lnTo>
                      <a:pt x="937785" y="249240"/>
                    </a:lnTo>
                    <a:lnTo>
                      <a:pt x="0" y="249240"/>
                    </a:lnTo>
                    <a:lnTo>
                      <a:pt x="203200" y="0"/>
                    </a:lnTo>
                    <a:close/>
                  </a:path>
                </a:pathLst>
              </a:custGeom>
              <a:solidFill>
                <a:srgbClr val="88A5C4"/>
              </a:solidFill>
            </p:spPr>
          </p:sp>
          <p:sp>
            <p:nvSpPr>
              <p:cNvPr name="TextBox 47" id="47"/>
              <p:cNvSpPr txBox="true"/>
              <p:nvPr/>
            </p:nvSpPr>
            <p:spPr>
              <a:xfrm>
                <a:off x="101600" y="-38100"/>
                <a:ext cx="937785" cy="28734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grpSp>
          <p:nvGrpSpPr>
            <p:cNvPr name="Group 48" id="48"/>
            <p:cNvGrpSpPr/>
            <p:nvPr/>
          </p:nvGrpSpPr>
          <p:grpSpPr>
            <a:xfrm rot="-10800000">
              <a:off x="3094536" y="2203713"/>
              <a:ext cx="1551081" cy="1357196"/>
              <a:chOff x="0" y="0"/>
              <a:chExt cx="812800" cy="711200"/>
            </a:xfrm>
          </p:grpSpPr>
          <p:sp>
            <p:nvSpPr>
              <p:cNvPr name="Freeform 49" id="49"/>
              <p:cNvSpPr/>
              <p:nvPr/>
            </p:nvSpPr>
            <p:spPr>
              <a:xfrm flipH="false" flipV="false" rot="0">
                <a:off x="0" y="0"/>
                <a:ext cx="812800" cy="711200"/>
              </a:xfrm>
              <a:custGeom>
                <a:avLst/>
                <a:gdLst/>
                <a:ahLst/>
                <a:cxnLst/>
                <a:rect r="r" b="b" t="t" l="l"/>
                <a:pathLst>
                  <a:path h="711200" w="812800">
                    <a:moveTo>
                      <a:pt x="406400" y="711200"/>
                    </a:moveTo>
                    <a:lnTo>
                      <a:pt x="812800" y="0"/>
                    </a:lnTo>
                    <a:lnTo>
                      <a:pt x="0" y="0"/>
                    </a:lnTo>
                    <a:lnTo>
                      <a:pt x="406400" y="711200"/>
                    </a:lnTo>
                    <a:close/>
                  </a:path>
                </a:pathLst>
              </a:custGeom>
              <a:solidFill>
                <a:srgbClr val="A5B4C7"/>
              </a:solidFill>
            </p:spPr>
          </p:sp>
          <p:sp>
            <p:nvSpPr>
              <p:cNvPr name="TextBox 50" id="50"/>
              <p:cNvSpPr txBox="true"/>
              <p:nvPr/>
            </p:nvSpPr>
            <p:spPr>
              <a:xfrm>
                <a:off x="127000" y="12700"/>
                <a:ext cx="558800" cy="36830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</p:grpSp>
      <p:sp>
        <p:nvSpPr>
          <p:cNvPr name="Freeform 51" id="51"/>
          <p:cNvSpPr/>
          <p:nvPr/>
        </p:nvSpPr>
        <p:spPr>
          <a:xfrm flipH="false" flipV="false" rot="0">
            <a:off x="1049954" y="5430581"/>
            <a:ext cx="5412184" cy="3599103"/>
          </a:xfrm>
          <a:custGeom>
            <a:avLst/>
            <a:gdLst/>
            <a:ahLst/>
            <a:cxnLst/>
            <a:rect r="r" b="b" t="t" l="l"/>
            <a:pathLst>
              <a:path h="3599103" w="5412184">
                <a:moveTo>
                  <a:pt x="0" y="0"/>
                </a:moveTo>
                <a:lnTo>
                  <a:pt x="5412184" y="0"/>
                </a:lnTo>
                <a:lnTo>
                  <a:pt x="5412184" y="3599102"/>
                </a:lnTo>
                <a:lnTo>
                  <a:pt x="0" y="3599102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2" id="52"/>
          <p:cNvSpPr/>
          <p:nvPr/>
        </p:nvSpPr>
        <p:spPr>
          <a:xfrm flipH="false" flipV="false" rot="0">
            <a:off x="1028700" y="5430581"/>
            <a:ext cx="817216" cy="817216"/>
          </a:xfrm>
          <a:custGeom>
            <a:avLst/>
            <a:gdLst/>
            <a:ahLst/>
            <a:cxnLst/>
            <a:rect r="r" b="b" t="t" l="l"/>
            <a:pathLst>
              <a:path h="817216" w="817216">
                <a:moveTo>
                  <a:pt x="0" y="0"/>
                </a:moveTo>
                <a:lnTo>
                  <a:pt x="817216" y="0"/>
                </a:lnTo>
                <a:lnTo>
                  <a:pt x="817216" y="817216"/>
                </a:lnTo>
                <a:lnTo>
                  <a:pt x="0" y="817216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3" id="53"/>
          <p:cNvSpPr/>
          <p:nvPr/>
        </p:nvSpPr>
        <p:spPr>
          <a:xfrm flipH="false" flipV="false" rot="0">
            <a:off x="1678968" y="6363764"/>
            <a:ext cx="849858" cy="849858"/>
          </a:xfrm>
          <a:custGeom>
            <a:avLst/>
            <a:gdLst/>
            <a:ahLst/>
            <a:cxnLst/>
            <a:rect r="r" b="b" t="t" l="l"/>
            <a:pathLst>
              <a:path h="849858" w="849858">
                <a:moveTo>
                  <a:pt x="0" y="0"/>
                </a:moveTo>
                <a:lnTo>
                  <a:pt x="849858" y="0"/>
                </a:lnTo>
                <a:lnTo>
                  <a:pt x="849858" y="849858"/>
                </a:lnTo>
                <a:lnTo>
                  <a:pt x="0" y="849858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4" id="54"/>
          <p:cNvSpPr/>
          <p:nvPr/>
        </p:nvSpPr>
        <p:spPr>
          <a:xfrm flipH="false" flipV="false" rot="0">
            <a:off x="1028700" y="7239673"/>
            <a:ext cx="880059" cy="880059"/>
          </a:xfrm>
          <a:custGeom>
            <a:avLst/>
            <a:gdLst/>
            <a:ahLst/>
            <a:cxnLst/>
            <a:rect r="r" b="b" t="t" l="l"/>
            <a:pathLst>
              <a:path h="880059" w="880059">
                <a:moveTo>
                  <a:pt x="0" y="0"/>
                </a:moveTo>
                <a:lnTo>
                  <a:pt x="880059" y="0"/>
                </a:lnTo>
                <a:lnTo>
                  <a:pt x="880059" y="880059"/>
                </a:lnTo>
                <a:lnTo>
                  <a:pt x="0" y="880059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5" id="55"/>
          <p:cNvSpPr/>
          <p:nvPr/>
        </p:nvSpPr>
        <p:spPr>
          <a:xfrm flipH="false" flipV="false" rot="0">
            <a:off x="1674089" y="8197642"/>
            <a:ext cx="854737" cy="854737"/>
          </a:xfrm>
          <a:custGeom>
            <a:avLst/>
            <a:gdLst/>
            <a:ahLst/>
            <a:cxnLst/>
            <a:rect r="r" b="b" t="t" l="l"/>
            <a:pathLst>
              <a:path h="854737" w="854737">
                <a:moveTo>
                  <a:pt x="0" y="0"/>
                </a:moveTo>
                <a:lnTo>
                  <a:pt x="854737" y="0"/>
                </a:lnTo>
                <a:lnTo>
                  <a:pt x="854737" y="854738"/>
                </a:lnTo>
                <a:lnTo>
                  <a:pt x="0" y="854738"/>
                </a:lnTo>
                <a:lnTo>
                  <a:pt x="0" y="0"/>
                </a:lnTo>
                <a:close/>
              </a:path>
            </a:pathLst>
          </a:custGeom>
          <a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6" id="56"/>
          <p:cNvSpPr/>
          <p:nvPr/>
        </p:nvSpPr>
        <p:spPr>
          <a:xfrm flipH="false" flipV="false" rot="0">
            <a:off x="1055512" y="4439258"/>
            <a:ext cx="4322818" cy="648423"/>
          </a:xfrm>
          <a:custGeom>
            <a:avLst/>
            <a:gdLst/>
            <a:ahLst/>
            <a:cxnLst/>
            <a:rect r="r" b="b" t="t" l="l"/>
            <a:pathLst>
              <a:path h="648423" w="4322818">
                <a:moveTo>
                  <a:pt x="0" y="0"/>
                </a:moveTo>
                <a:lnTo>
                  <a:pt x="4322819" y="0"/>
                </a:lnTo>
                <a:lnTo>
                  <a:pt x="4322819" y="648423"/>
                </a:lnTo>
                <a:lnTo>
                  <a:pt x="0" y="648423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>
              <a:fillRect l="0" t="0" r="0" b="0"/>
            </a:stretch>
          </a:blipFill>
        </p:spPr>
      </p:sp>
      <p:sp>
        <p:nvSpPr>
          <p:cNvPr name="Freeform 57" id="57"/>
          <p:cNvSpPr/>
          <p:nvPr/>
        </p:nvSpPr>
        <p:spPr>
          <a:xfrm flipH="false" flipV="false" rot="0">
            <a:off x="5885675" y="5586383"/>
            <a:ext cx="6516651" cy="505611"/>
          </a:xfrm>
          <a:custGeom>
            <a:avLst/>
            <a:gdLst/>
            <a:ahLst/>
            <a:cxnLst/>
            <a:rect r="r" b="b" t="t" l="l"/>
            <a:pathLst>
              <a:path h="505611" w="6516651">
                <a:moveTo>
                  <a:pt x="0" y="0"/>
                </a:moveTo>
                <a:lnTo>
                  <a:pt x="6516650" y="0"/>
                </a:lnTo>
                <a:lnTo>
                  <a:pt x="6516650" y="505611"/>
                </a:lnTo>
                <a:lnTo>
                  <a:pt x="0" y="505611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>
              <a:fillRect l="0" t="0" r="0" b="-106218"/>
            </a:stretch>
          </a:blipFill>
        </p:spPr>
      </p:sp>
      <p:sp>
        <p:nvSpPr>
          <p:cNvPr name="TextBox 58" id="58"/>
          <p:cNvSpPr txBox="true"/>
          <p:nvPr/>
        </p:nvSpPr>
        <p:spPr>
          <a:xfrm rot="0">
            <a:off x="2082584" y="885825"/>
            <a:ext cx="14122832" cy="12033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9800"/>
              </a:lnSpc>
            </a:pPr>
            <a:r>
              <a:rPr lang="en-US" b="true" sz="7000">
                <a:solidFill>
                  <a:srgbClr val="3E526A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SYSTEM FUNCTIONALITIES </a:t>
            </a:r>
          </a:p>
        </p:txBody>
      </p:sp>
      <p:sp>
        <p:nvSpPr>
          <p:cNvPr name="TextBox 59" id="59"/>
          <p:cNvSpPr txBox="true"/>
          <p:nvPr/>
        </p:nvSpPr>
        <p:spPr>
          <a:xfrm rot="0">
            <a:off x="2279205" y="5701076"/>
            <a:ext cx="2094230" cy="3232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659"/>
              </a:lnSpc>
              <a:spcBef>
                <a:spcPct val="0"/>
              </a:spcBef>
            </a:pPr>
            <a:r>
              <a:rPr lang="en-US" b="true" sz="1899">
                <a:solidFill>
                  <a:srgbClr val="3E526A"/>
                </a:solidFill>
                <a:latin typeface="Muli Bold"/>
                <a:ea typeface="Muli Bold"/>
                <a:cs typeface="Muli Bold"/>
                <a:sym typeface="Muli Bold"/>
              </a:rPr>
              <a:t>R</a:t>
            </a:r>
            <a:r>
              <a:rPr lang="en-US" b="true" sz="1899">
                <a:solidFill>
                  <a:srgbClr val="3E526A"/>
                </a:solidFill>
                <a:latin typeface="Muli Bold"/>
                <a:ea typeface="Muli Bold"/>
                <a:cs typeface="Muli Bold"/>
                <a:sym typeface="Muli Bold"/>
              </a:rPr>
              <a:t>adiologist Login</a:t>
            </a:r>
          </a:p>
        </p:txBody>
      </p:sp>
      <p:sp>
        <p:nvSpPr>
          <p:cNvPr name="TextBox 60" id="60"/>
          <p:cNvSpPr txBox="true"/>
          <p:nvPr/>
        </p:nvSpPr>
        <p:spPr>
          <a:xfrm rot="0">
            <a:off x="2708931" y="6663672"/>
            <a:ext cx="2094230" cy="3232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659"/>
              </a:lnSpc>
              <a:spcBef>
                <a:spcPct val="0"/>
              </a:spcBef>
            </a:pPr>
            <a:r>
              <a:rPr lang="en-US" b="true" sz="1899">
                <a:solidFill>
                  <a:srgbClr val="3E526A"/>
                </a:solidFill>
                <a:latin typeface="Muli Bold"/>
                <a:ea typeface="Muli Bold"/>
                <a:cs typeface="Muli Bold"/>
                <a:sym typeface="Muli Bold"/>
              </a:rPr>
              <a:t>Verify Images </a:t>
            </a:r>
          </a:p>
        </p:txBody>
      </p:sp>
      <p:sp>
        <p:nvSpPr>
          <p:cNvPr name="TextBox 61" id="61"/>
          <p:cNvSpPr txBox="true"/>
          <p:nvPr/>
        </p:nvSpPr>
        <p:spPr>
          <a:xfrm rot="0">
            <a:off x="2299284" y="7624110"/>
            <a:ext cx="2568224" cy="3232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659"/>
              </a:lnSpc>
              <a:spcBef>
                <a:spcPct val="0"/>
              </a:spcBef>
            </a:pPr>
            <a:r>
              <a:rPr lang="en-US" b="true" sz="1899">
                <a:solidFill>
                  <a:srgbClr val="3E526A"/>
                </a:solidFill>
                <a:latin typeface="Muli Bold"/>
                <a:ea typeface="Muli Bold"/>
                <a:cs typeface="Muli Bold"/>
                <a:sym typeface="Muli Bold"/>
              </a:rPr>
              <a:t>DR severity prediction</a:t>
            </a:r>
          </a:p>
        </p:txBody>
      </p:sp>
      <p:sp>
        <p:nvSpPr>
          <p:cNvPr name="TextBox 62" id="62"/>
          <p:cNvSpPr txBox="true"/>
          <p:nvPr/>
        </p:nvSpPr>
        <p:spPr>
          <a:xfrm rot="0">
            <a:off x="2810107" y="8549940"/>
            <a:ext cx="2568224" cy="3232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659"/>
              </a:lnSpc>
              <a:spcBef>
                <a:spcPct val="0"/>
              </a:spcBef>
            </a:pPr>
            <a:r>
              <a:rPr lang="en-US" b="true" sz="1899">
                <a:solidFill>
                  <a:srgbClr val="3E526A"/>
                </a:solidFill>
                <a:latin typeface="Muli Bold"/>
                <a:ea typeface="Muli Bold"/>
                <a:cs typeface="Muli Bold"/>
                <a:sym typeface="Muli Bold"/>
              </a:rPr>
              <a:t>Final Analysis Submit</a:t>
            </a:r>
          </a:p>
        </p:txBody>
      </p:sp>
      <p:sp>
        <p:nvSpPr>
          <p:cNvPr name="TextBox 63" id="63"/>
          <p:cNvSpPr txBox="true"/>
          <p:nvPr/>
        </p:nvSpPr>
        <p:spPr>
          <a:xfrm rot="0">
            <a:off x="2390022" y="4582812"/>
            <a:ext cx="2244385" cy="3232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59"/>
              </a:lnSpc>
              <a:spcBef>
                <a:spcPct val="0"/>
              </a:spcBef>
            </a:pPr>
            <a:r>
              <a:rPr lang="en-US" b="true" sz="1899">
                <a:solidFill>
                  <a:srgbClr val="FFFFFF"/>
                </a:solidFill>
                <a:latin typeface="Muli Bold"/>
                <a:ea typeface="Muli Bold"/>
                <a:cs typeface="Muli Bold"/>
                <a:sym typeface="Muli Bold"/>
              </a:rPr>
              <a:t>Rediologist </a:t>
            </a:r>
            <a:r>
              <a:rPr lang="en-US" b="true" sz="1899">
                <a:solidFill>
                  <a:srgbClr val="FFFFFF"/>
                </a:solidFill>
                <a:latin typeface="Muli Bold"/>
                <a:ea typeface="Muli Bold"/>
                <a:cs typeface="Muli Bold"/>
                <a:sym typeface="Muli Bold"/>
              </a:rPr>
              <a:t>Module</a:t>
            </a:r>
          </a:p>
        </p:txBody>
      </p:sp>
      <p:sp>
        <p:nvSpPr>
          <p:cNvPr name="Freeform 64" id="64"/>
          <p:cNvSpPr/>
          <p:nvPr/>
        </p:nvSpPr>
        <p:spPr>
          <a:xfrm flipH="false" flipV="false" rot="0">
            <a:off x="6643113" y="6481277"/>
            <a:ext cx="6516651" cy="740475"/>
          </a:xfrm>
          <a:custGeom>
            <a:avLst/>
            <a:gdLst/>
            <a:ahLst/>
            <a:cxnLst/>
            <a:rect r="r" b="b" t="t" l="l"/>
            <a:pathLst>
              <a:path h="740475" w="6516651">
                <a:moveTo>
                  <a:pt x="0" y="0"/>
                </a:moveTo>
                <a:lnTo>
                  <a:pt x="6516651" y="0"/>
                </a:lnTo>
                <a:lnTo>
                  <a:pt x="6516651" y="740475"/>
                </a:lnTo>
                <a:lnTo>
                  <a:pt x="0" y="740475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>
              <a:fillRect l="0" t="0" r="0" b="-40810"/>
            </a:stretch>
          </a:blipFill>
        </p:spPr>
      </p:sp>
      <p:sp>
        <p:nvSpPr>
          <p:cNvPr name="Freeform 65" id="65"/>
          <p:cNvSpPr/>
          <p:nvPr/>
        </p:nvSpPr>
        <p:spPr>
          <a:xfrm flipH="false" flipV="false" rot="0">
            <a:off x="5885675" y="7441714"/>
            <a:ext cx="6516651" cy="755928"/>
          </a:xfrm>
          <a:custGeom>
            <a:avLst/>
            <a:gdLst/>
            <a:ahLst/>
            <a:cxnLst/>
            <a:rect r="r" b="b" t="t" l="l"/>
            <a:pathLst>
              <a:path h="755928" w="6516651">
                <a:moveTo>
                  <a:pt x="0" y="0"/>
                </a:moveTo>
                <a:lnTo>
                  <a:pt x="6516650" y="0"/>
                </a:lnTo>
                <a:lnTo>
                  <a:pt x="6516650" y="755928"/>
                </a:lnTo>
                <a:lnTo>
                  <a:pt x="0" y="755928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>
              <a:fillRect l="0" t="0" r="0" b="-37931"/>
            </a:stretch>
          </a:blipFill>
        </p:spPr>
      </p:sp>
      <p:sp>
        <p:nvSpPr>
          <p:cNvPr name="Freeform 66" id="66"/>
          <p:cNvSpPr/>
          <p:nvPr/>
        </p:nvSpPr>
        <p:spPr>
          <a:xfrm flipH="false" flipV="false" rot="0">
            <a:off x="6643113" y="8367544"/>
            <a:ext cx="6516651" cy="743863"/>
          </a:xfrm>
          <a:custGeom>
            <a:avLst/>
            <a:gdLst/>
            <a:ahLst/>
            <a:cxnLst/>
            <a:rect r="r" b="b" t="t" l="l"/>
            <a:pathLst>
              <a:path h="743863" w="6516651">
                <a:moveTo>
                  <a:pt x="0" y="0"/>
                </a:moveTo>
                <a:lnTo>
                  <a:pt x="6516651" y="0"/>
                </a:lnTo>
                <a:lnTo>
                  <a:pt x="6516651" y="743863"/>
                </a:lnTo>
                <a:lnTo>
                  <a:pt x="0" y="743863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>
              <a:fillRect l="0" t="0" r="0" b="-40168"/>
            </a:stretch>
          </a:blipFill>
        </p:spPr>
      </p:sp>
      <p:sp>
        <p:nvSpPr>
          <p:cNvPr name="TextBox 67" id="67"/>
          <p:cNvSpPr txBox="true"/>
          <p:nvPr/>
        </p:nvSpPr>
        <p:spPr>
          <a:xfrm rot="0">
            <a:off x="6106428" y="5661080"/>
            <a:ext cx="5558443" cy="3232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659"/>
              </a:lnSpc>
              <a:spcBef>
                <a:spcPct val="0"/>
              </a:spcBef>
            </a:pPr>
            <a:r>
              <a:rPr lang="en-US" b="true" sz="1899">
                <a:solidFill>
                  <a:srgbClr val="3B414D"/>
                </a:solidFill>
                <a:latin typeface="Muli Bold"/>
                <a:ea typeface="Muli Bold"/>
                <a:cs typeface="Muli Bold"/>
                <a:sym typeface="Muli Bold"/>
              </a:rPr>
              <a:t>Secure access to the radiologist dashboard.</a:t>
            </a:r>
          </a:p>
        </p:txBody>
      </p:sp>
      <p:sp>
        <p:nvSpPr>
          <p:cNvPr name="TextBox 68" id="68"/>
          <p:cNvSpPr txBox="true"/>
          <p:nvPr/>
        </p:nvSpPr>
        <p:spPr>
          <a:xfrm rot="0">
            <a:off x="6619627" y="6497628"/>
            <a:ext cx="6474413" cy="6565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659"/>
              </a:lnSpc>
              <a:spcBef>
                <a:spcPct val="0"/>
              </a:spcBef>
            </a:pPr>
            <a:r>
              <a:rPr lang="en-US" b="true" sz="1899">
                <a:solidFill>
                  <a:srgbClr val="3B414D"/>
                </a:solidFill>
                <a:latin typeface="Muli Bold"/>
                <a:ea typeface="Muli Bold"/>
                <a:cs typeface="Muli Bold"/>
                <a:sym typeface="Muli Bold"/>
              </a:rPr>
              <a:t>Review uploaded retinal images for quality, clarity, and suitability for analysis.</a:t>
            </a:r>
          </a:p>
        </p:txBody>
      </p:sp>
      <p:sp>
        <p:nvSpPr>
          <p:cNvPr name="TextBox 69" id="69"/>
          <p:cNvSpPr txBox="true"/>
          <p:nvPr/>
        </p:nvSpPr>
        <p:spPr>
          <a:xfrm rot="0">
            <a:off x="6059455" y="7475559"/>
            <a:ext cx="6295898" cy="6565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659"/>
              </a:lnSpc>
              <a:spcBef>
                <a:spcPct val="0"/>
              </a:spcBef>
            </a:pPr>
            <a:r>
              <a:rPr lang="en-US" b="true" sz="1899">
                <a:solidFill>
                  <a:srgbClr val="3B414D"/>
                </a:solidFill>
                <a:latin typeface="Muli Bold"/>
                <a:ea typeface="Muli Bold"/>
                <a:cs typeface="Muli Bold"/>
                <a:sym typeface="Muli Bold"/>
              </a:rPr>
              <a:t>Review the AI-generated severity category, probabilities, and visual explanation.</a:t>
            </a:r>
          </a:p>
        </p:txBody>
      </p:sp>
      <p:sp>
        <p:nvSpPr>
          <p:cNvPr name="TextBox 70" id="70"/>
          <p:cNvSpPr txBox="true"/>
          <p:nvPr/>
        </p:nvSpPr>
        <p:spPr>
          <a:xfrm rot="0">
            <a:off x="6643113" y="8445292"/>
            <a:ext cx="6474413" cy="6565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659"/>
              </a:lnSpc>
              <a:spcBef>
                <a:spcPct val="0"/>
              </a:spcBef>
            </a:pPr>
            <a:r>
              <a:rPr lang="en-US" b="true" sz="1899">
                <a:solidFill>
                  <a:srgbClr val="3B414D"/>
                </a:solidFill>
                <a:latin typeface="Muli Bold"/>
                <a:ea typeface="Muli Bold"/>
                <a:cs typeface="Muli Bold"/>
                <a:sym typeface="Muli Bold"/>
              </a:rPr>
              <a:t>Submit the radiologist's final assessment and save the reviewed result.</a:t>
            </a:r>
          </a:p>
        </p:txBody>
      </p:sp>
    </p:spTree>
  </p:cSld>
  <p:clrMapOvr>
    <a:masterClrMapping/>
  </p:clrMapOvr>
</p:sld>
</file>

<file path=ppt/slides/slide1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gradFill rotWithShape="true">
          <a:gsLst>
            <a:gs pos="0">
              <a:srgbClr val="FBFBFB">
                <a:alpha val="100000"/>
              </a:srgbClr>
            </a:gs>
            <a:gs pos="33333">
              <a:srgbClr val="F1F1F1">
                <a:alpha val="66500"/>
              </a:srgbClr>
            </a:gs>
            <a:gs pos="66667">
              <a:srgbClr val="E9E9E9">
                <a:alpha val="67000"/>
              </a:srgbClr>
            </a:gs>
            <a:gs pos="100000">
              <a:srgbClr val="E0E1E3">
                <a:alpha val="25000"/>
              </a:srgbClr>
            </a:gs>
          </a:gsLst>
          <a:lin ang="540000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-1039392">
            <a:off x="-5599131" y="-3928144"/>
            <a:ext cx="29486263" cy="18143288"/>
            <a:chOff x="0" y="0"/>
            <a:chExt cx="39315017" cy="24191051"/>
          </a:xfrm>
        </p:grpSpPr>
        <p:sp>
          <p:nvSpPr>
            <p:cNvPr name="Freeform 3" id="3"/>
            <p:cNvSpPr/>
            <p:nvPr/>
          </p:nvSpPr>
          <p:spPr>
            <a:xfrm flipH="false" flipV="true" rot="0">
              <a:off x="10693806" y="890869"/>
              <a:ext cx="13700313" cy="12738888"/>
            </a:xfrm>
            <a:custGeom>
              <a:avLst/>
              <a:gdLst/>
              <a:ahLst/>
              <a:cxnLst/>
              <a:rect r="r" b="b" t="t" l="l"/>
              <a:pathLst>
                <a:path h="12738888" w="13700313">
                  <a:moveTo>
                    <a:pt x="0" y="12738888"/>
                  </a:moveTo>
                  <a:lnTo>
                    <a:pt x="13700313" y="12738888"/>
                  </a:lnTo>
                  <a:lnTo>
                    <a:pt x="13700313" y="0"/>
                  </a:lnTo>
                  <a:lnTo>
                    <a:pt x="0" y="0"/>
                  </a:lnTo>
                  <a:lnTo>
                    <a:pt x="0" y="12738888"/>
                  </a:lnTo>
                  <a:close/>
                </a:path>
              </a:pathLst>
            </a:custGeom>
            <a:blipFill>
              <a:blip r:embed="rId2">
                <a:alphaModFix amt="10999"/>
              </a:blip>
              <a:stretch>
                <a:fillRect l="0" t="0" r="0" b="0"/>
              </a:stretch>
            </a:blipFill>
          </p:spPr>
        </p:sp>
        <p:sp>
          <p:nvSpPr>
            <p:cNvPr name="Freeform 4" id="4"/>
            <p:cNvSpPr/>
            <p:nvPr/>
          </p:nvSpPr>
          <p:spPr>
            <a:xfrm flipH="false" flipV="true" rot="0">
              <a:off x="21387611" y="0"/>
              <a:ext cx="13700313" cy="12738888"/>
            </a:xfrm>
            <a:custGeom>
              <a:avLst/>
              <a:gdLst/>
              <a:ahLst/>
              <a:cxnLst/>
              <a:rect r="r" b="b" t="t" l="l"/>
              <a:pathLst>
                <a:path h="12738888" w="13700313">
                  <a:moveTo>
                    <a:pt x="0" y="12738888"/>
                  </a:moveTo>
                  <a:lnTo>
                    <a:pt x="13700314" y="12738888"/>
                  </a:lnTo>
                  <a:lnTo>
                    <a:pt x="13700314" y="0"/>
                  </a:lnTo>
                  <a:lnTo>
                    <a:pt x="0" y="0"/>
                  </a:lnTo>
                  <a:lnTo>
                    <a:pt x="0" y="12738888"/>
                  </a:lnTo>
                  <a:close/>
                </a:path>
              </a:pathLst>
            </a:custGeom>
            <a:blipFill>
              <a:blip r:embed="rId2">
                <a:alphaModFix amt="10999"/>
              </a:blip>
              <a:stretch>
                <a:fillRect l="0" t="0" r="0" b="0"/>
              </a:stretch>
            </a:blipFill>
          </p:spPr>
        </p:sp>
        <p:sp>
          <p:nvSpPr>
            <p:cNvPr name="Freeform 5" id="5"/>
            <p:cNvSpPr/>
            <p:nvPr/>
          </p:nvSpPr>
          <p:spPr>
            <a:xfrm flipH="true" flipV="false" rot="0">
              <a:off x="25614703" y="9670425"/>
              <a:ext cx="13700313" cy="12738888"/>
            </a:xfrm>
            <a:custGeom>
              <a:avLst/>
              <a:gdLst/>
              <a:ahLst/>
              <a:cxnLst/>
              <a:rect r="r" b="b" t="t" l="l"/>
              <a:pathLst>
                <a:path h="12738888" w="13700313">
                  <a:moveTo>
                    <a:pt x="13700314" y="0"/>
                  </a:moveTo>
                  <a:lnTo>
                    <a:pt x="0" y="0"/>
                  </a:lnTo>
                  <a:lnTo>
                    <a:pt x="0" y="12738888"/>
                  </a:lnTo>
                  <a:lnTo>
                    <a:pt x="13700314" y="12738888"/>
                  </a:lnTo>
                  <a:lnTo>
                    <a:pt x="13700314" y="0"/>
                  </a:lnTo>
                  <a:close/>
                </a:path>
              </a:pathLst>
            </a:custGeom>
            <a:blipFill>
              <a:blip r:embed="rId2">
                <a:alphaModFix amt="10999"/>
              </a:blip>
              <a:stretch>
                <a:fillRect l="0" t="0" r="0" b="0"/>
              </a:stretch>
            </a:blipFill>
          </p:spPr>
        </p:sp>
        <p:sp>
          <p:nvSpPr>
            <p:cNvPr name="Freeform 6" id="6"/>
            <p:cNvSpPr/>
            <p:nvPr/>
          </p:nvSpPr>
          <p:spPr>
            <a:xfrm flipH="true" flipV="false" rot="0">
              <a:off x="14920898" y="10561294"/>
              <a:ext cx="13700313" cy="12738888"/>
            </a:xfrm>
            <a:custGeom>
              <a:avLst/>
              <a:gdLst/>
              <a:ahLst/>
              <a:cxnLst/>
              <a:rect r="r" b="b" t="t" l="l"/>
              <a:pathLst>
                <a:path h="12738888" w="13700313">
                  <a:moveTo>
                    <a:pt x="13700313" y="0"/>
                  </a:moveTo>
                  <a:lnTo>
                    <a:pt x="0" y="0"/>
                  </a:lnTo>
                  <a:lnTo>
                    <a:pt x="0" y="12738888"/>
                  </a:lnTo>
                  <a:lnTo>
                    <a:pt x="13700313" y="12738888"/>
                  </a:lnTo>
                  <a:lnTo>
                    <a:pt x="13700313" y="0"/>
                  </a:lnTo>
                  <a:close/>
                </a:path>
              </a:pathLst>
            </a:custGeom>
            <a:blipFill>
              <a:blip r:embed="rId2">
                <a:alphaModFix amt="10999"/>
              </a:blip>
              <a:stretch>
                <a:fillRect l="0" t="0" r="0" b="0"/>
              </a:stretch>
            </a:blipFill>
          </p:spPr>
        </p:sp>
        <p:sp>
          <p:nvSpPr>
            <p:cNvPr name="Freeform 7" id="7"/>
            <p:cNvSpPr/>
            <p:nvPr/>
          </p:nvSpPr>
          <p:spPr>
            <a:xfrm flipH="false" flipV="true" rot="0">
              <a:off x="0" y="1781739"/>
              <a:ext cx="13700313" cy="12738888"/>
            </a:xfrm>
            <a:custGeom>
              <a:avLst/>
              <a:gdLst/>
              <a:ahLst/>
              <a:cxnLst/>
              <a:rect r="r" b="b" t="t" l="l"/>
              <a:pathLst>
                <a:path h="12738888" w="13700313">
                  <a:moveTo>
                    <a:pt x="0" y="12738888"/>
                  </a:moveTo>
                  <a:lnTo>
                    <a:pt x="13700313" y="12738888"/>
                  </a:lnTo>
                  <a:lnTo>
                    <a:pt x="13700313" y="0"/>
                  </a:lnTo>
                  <a:lnTo>
                    <a:pt x="0" y="0"/>
                  </a:lnTo>
                  <a:lnTo>
                    <a:pt x="0" y="12738888"/>
                  </a:lnTo>
                  <a:close/>
                </a:path>
              </a:pathLst>
            </a:custGeom>
            <a:blipFill>
              <a:blip r:embed="rId2">
                <a:alphaModFix amt="10999"/>
              </a:blip>
              <a:stretch>
                <a:fillRect l="0" t="0" r="0" b="0"/>
              </a:stretch>
            </a:blipFill>
          </p:spPr>
        </p:sp>
        <p:sp>
          <p:nvSpPr>
            <p:cNvPr name="Freeform 8" id="8"/>
            <p:cNvSpPr/>
            <p:nvPr/>
          </p:nvSpPr>
          <p:spPr>
            <a:xfrm flipH="true" flipV="false" rot="0">
              <a:off x="4227092" y="11452163"/>
              <a:ext cx="13700313" cy="12738888"/>
            </a:xfrm>
            <a:custGeom>
              <a:avLst/>
              <a:gdLst/>
              <a:ahLst/>
              <a:cxnLst/>
              <a:rect r="r" b="b" t="t" l="l"/>
              <a:pathLst>
                <a:path h="12738888" w="13700313">
                  <a:moveTo>
                    <a:pt x="13700313" y="0"/>
                  </a:moveTo>
                  <a:lnTo>
                    <a:pt x="0" y="0"/>
                  </a:lnTo>
                  <a:lnTo>
                    <a:pt x="0" y="12738888"/>
                  </a:lnTo>
                  <a:lnTo>
                    <a:pt x="13700313" y="12738888"/>
                  </a:lnTo>
                  <a:lnTo>
                    <a:pt x="13700313" y="0"/>
                  </a:lnTo>
                  <a:close/>
                </a:path>
              </a:pathLst>
            </a:custGeom>
            <a:blipFill>
              <a:blip r:embed="rId2">
                <a:alphaModFix amt="10999"/>
              </a:blip>
              <a:stretch>
                <a:fillRect l="0" t="0" r="0" b="0"/>
              </a:stretch>
            </a:blipFill>
          </p:spPr>
        </p:sp>
      </p:grpSp>
      <p:grpSp>
        <p:nvGrpSpPr>
          <p:cNvPr name="Group 9" id="9"/>
          <p:cNvGrpSpPr/>
          <p:nvPr/>
        </p:nvGrpSpPr>
        <p:grpSpPr>
          <a:xfrm rot="0">
            <a:off x="328767" y="360263"/>
            <a:ext cx="17630466" cy="9566473"/>
            <a:chOff x="0" y="0"/>
            <a:chExt cx="23507288" cy="12755298"/>
          </a:xfrm>
        </p:grpSpPr>
        <p:grpSp>
          <p:nvGrpSpPr>
            <p:cNvPr name="Group 10" id="10"/>
            <p:cNvGrpSpPr/>
            <p:nvPr/>
          </p:nvGrpSpPr>
          <p:grpSpPr>
            <a:xfrm rot="0">
              <a:off x="0" y="7832412"/>
              <a:ext cx="63500" cy="4922886"/>
              <a:chOff x="0" y="0"/>
              <a:chExt cx="12543" cy="972422"/>
            </a:xfrm>
          </p:grpSpPr>
          <p:sp>
            <p:nvSpPr>
              <p:cNvPr name="Freeform 11" id="11"/>
              <p:cNvSpPr/>
              <p:nvPr/>
            </p:nvSpPr>
            <p:spPr>
              <a:xfrm flipH="false" flipV="false" rot="0">
                <a:off x="0" y="0"/>
                <a:ext cx="12543" cy="972422"/>
              </a:xfrm>
              <a:custGeom>
                <a:avLst/>
                <a:gdLst/>
                <a:ahLst/>
                <a:cxnLst/>
                <a:rect r="r" b="b" t="t" l="l"/>
                <a:pathLst>
                  <a:path h="972422" w="12543">
                    <a:moveTo>
                      <a:pt x="0" y="0"/>
                    </a:moveTo>
                    <a:lnTo>
                      <a:pt x="12543" y="0"/>
                    </a:lnTo>
                    <a:lnTo>
                      <a:pt x="12543" y="972422"/>
                    </a:lnTo>
                    <a:lnTo>
                      <a:pt x="0" y="972422"/>
                    </a:lnTo>
                    <a:close/>
                  </a:path>
                </a:pathLst>
              </a:custGeom>
              <a:solidFill>
                <a:srgbClr val="17415F"/>
              </a:solidFill>
            </p:spPr>
          </p:sp>
          <p:sp>
            <p:nvSpPr>
              <p:cNvPr name="TextBox 12" id="12"/>
              <p:cNvSpPr txBox="true"/>
              <p:nvPr/>
            </p:nvSpPr>
            <p:spPr>
              <a:xfrm>
                <a:off x="0" y="-38100"/>
                <a:ext cx="12543" cy="1010522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grpSp>
          <p:nvGrpSpPr>
            <p:cNvPr name="Group 13" id="13"/>
            <p:cNvGrpSpPr/>
            <p:nvPr/>
          </p:nvGrpSpPr>
          <p:grpSpPr>
            <a:xfrm rot="-5400000">
              <a:off x="6920832" y="5834466"/>
              <a:ext cx="63500" cy="13778164"/>
              <a:chOff x="0" y="0"/>
              <a:chExt cx="12543" cy="2721613"/>
            </a:xfrm>
          </p:grpSpPr>
          <p:sp>
            <p:nvSpPr>
              <p:cNvPr name="Freeform 14" id="14"/>
              <p:cNvSpPr/>
              <p:nvPr/>
            </p:nvSpPr>
            <p:spPr>
              <a:xfrm flipH="false" flipV="false" rot="0">
                <a:off x="0" y="0"/>
                <a:ext cx="12543" cy="2721613"/>
              </a:xfrm>
              <a:custGeom>
                <a:avLst/>
                <a:gdLst/>
                <a:ahLst/>
                <a:cxnLst/>
                <a:rect r="r" b="b" t="t" l="l"/>
                <a:pathLst>
                  <a:path h="2721613" w="12543">
                    <a:moveTo>
                      <a:pt x="0" y="0"/>
                    </a:moveTo>
                    <a:lnTo>
                      <a:pt x="12543" y="0"/>
                    </a:lnTo>
                    <a:lnTo>
                      <a:pt x="12543" y="2721613"/>
                    </a:lnTo>
                    <a:lnTo>
                      <a:pt x="0" y="2721613"/>
                    </a:lnTo>
                    <a:close/>
                  </a:path>
                </a:pathLst>
              </a:custGeom>
              <a:solidFill>
                <a:srgbClr val="17415F"/>
              </a:solidFill>
            </p:spPr>
          </p:sp>
          <p:sp>
            <p:nvSpPr>
              <p:cNvPr name="TextBox 15" id="15"/>
              <p:cNvSpPr txBox="true"/>
              <p:nvPr/>
            </p:nvSpPr>
            <p:spPr>
              <a:xfrm>
                <a:off x="0" y="-38100"/>
                <a:ext cx="12543" cy="2759713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grpSp>
          <p:nvGrpSpPr>
            <p:cNvPr name="Group 16" id="16"/>
            <p:cNvGrpSpPr/>
            <p:nvPr/>
          </p:nvGrpSpPr>
          <p:grpSpPr>
            <a:xfrm rot="-10800000">
              <a:off x="23443788" y="0"/>
              <a:ext cx="63500" cy="4922886"/>
              <a:chOff x="0" y="0"/>
              <a:chExt cx="12543" cy="972422"/>
            </a:xfrm>
          </p:grpSpPr>
          <p:sp>
            <p:nvSpPr>
              <p:cNvPr name="Freeform 17" id="17"/>
              <p:cNvSpPr/>
              <p:nvPr/>
            </p:nvSpPr>
            <p:spPr>
              <a:xfrm flipH="false" flipV="false" rot="0">
                <a:off x="0" y="0"/>
                <a:ext cx="12543" cy="972422"/>
              </a:xfrm>
              <a:custGeom>
                <a:avLst/>
                <a:gdLst/>
                <a:ahLst/>
                <a:cxnLst/>
                <a:rect r="r" b="b" t="t" l="l"/>
                <a:pathLst>
                  <a:path h="972422" w="12543">
                    <a:moveTo>
                      <a:pt x="0" y="0"/>
                    </a:moveTo>
                    <a:lnTo>
                      <a:pt x="12543" y="0"/>
                    </a:lnTo>
                    <a:lnTo>
                      <a:pt x="12543" y="972422"/>
                    </a:lnTo>
                    <a:lnTo>
                      <a:pt x="0" y="972422"/>
                    </a:lnTo>
                    <a:close/>
                  </a:path>
                </a:pathLst>
              </a:custGeom>
              <a:solidFill>
                <a:srgbClr val="17415F"/>
              </a:solidFill>
            </p:spPr>
          </p:sp>
          <p:sp>
            <p:nvSpPr>
              <p:cNvPr name="TextBox 18" id="18"/>
              <p:cNvSpPr txBox="true"/>
              <p:nvPr/>
            </p:nvSpPr>
            <p:spPr>
              <a:xfrm>
                <a:off x="0" y="-38100"/>
                <a:ext cx="12543" cy="1010522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grpSp>
          <p:nvGrpSpPr>
            <p:cNvPr name="Group 19" id="19"/>
            <p:cNvGrpSpPr/>
            <p:nvPr/>
          </p:nvGrpSpPr>
          <p:grpSpPr>
            <a:xfrm rot="5400000">
              <a:off x="16522956" y="-6857332"/>
              <a:ext cx="63500" cy="13778164"/>
              <a:chOff x="0" y="0"/>
              <a:chExt cx="12543" cy="2721613"/>
            </a:xfrm>
          </p:grpSpPr>
          <p:sp>
            <p:nvSpPr>
              <p:cNvPr name="Freeform 20" id="20"/>
              <p:cNvSpPr/>
              <p:nvPr/>
            </p:nvSpPr>
            <p:spPr>
              <a:xfrm flipH="false" flipV="false" rot="0">
                <a:off x="0" y="0"/>
                <a:ext cx="12543" cy="2721613"/>
              </a:xfrm>
              <a:custGeom>
                <a:avLst/>
                <a:gdLst/>
                <a:ahLst/>
                <a:cxnLst/>
                <a:rect r="r" b="b" t="t" l="l"/>
                <a:pathLst>
                  <a:path h="2721613" w="12543">
                    <a:moveTo>
                      <a:pt x="0" y="0"/>
                    </a:moveTo>
                    <a:lnTo>
                      <a:pt x="12543" y="0"/>
                    </a:lnTo>
                    <a:lnTo>
                      <a:pt x="12543" y="2721613"/>
                    </a:lnTo>
                    <a:lnTo>
                      <a:pt x="0" y="2721613"/>
                    </a:lnTo>
                    <a:close/>
                  </a:path>
                </a:pathLst>
              </a:custGeom>
              <a:solidFill>
                <a:srgbClr val="17415F"/>
              </a:solidFill>
            </p:spPr>
          </p:sp>
          <p:sp>
            <p:nvSpPr>
              <p:cNvPr name="TextBox 21" id="21"/>
              <p:cNvSpPr txBox="true"/>
              <p:nvPr/>
            </p:nvSpPr>
            <p:spPr>
              <a:xfrm>
                <a:off x="0" y="-38100"/>
                <a:ext cx="12543" cy="2759713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grpSp>
          <p:nvGrpSpPr>
            <p:cNvPr name="Group 22" id="22"/>
            <p:cNvGrpSpPr/>
            <p:nvPr/>
          </p:nvGrpSpPr>
          <p:grpSpPr>
            <a:xfrm rot="-10800000">
              <a:off x="22957231" y="413305"/>
              <a:ext cx="63500" cy="1669468"/>
              <a:chOff x="0" y="0"/>
              <a:chExt cx="12543" cy="329771"/>
            </a:xfrm>
          </p:grpSpPr>
          <p:sp>
            <p:nvSpPr>
              <p:cNvPr name="Freeform 23" id="23"/>
              <p:cNvSpPr/>
              <p:nvPr/>
            </p:nvSpPr>
            <p:spPr>
              <a:xfrm flipH="false" flipV="false" rot="0">
                <a:off x="0" y="0"/>
                <a:ext cx="12543" cy="329771"/>
              </a:xfrm>
              <a:custGeom>
                <a:avLst/>
                <a:gdLst/>
                <a:ahLst/>
                <a:cxnLst/>
                <a:rect r="r" b="b" t="t" l="l"/>
                <a:pathLst>
                  <a:path h="329771" w="12543">
                    <a:moveTo>
                      <a:pt x="0" y="0"/>
                    </a:moveTo>
                    <a:lnTo>
                      <a:pt x="12543" y="0"/>
                    </a:lnTo>
                    <a:lnTo>
                      <a:pt x="12543" y="329771"/>
                    </a:lnTo>
                    <a:lnTo>
                      <a:pt x="0" y="329771"/>
                    </a:lnTo>
                    <a:close/>
                  </a:path>
                </a:pathLst>
              </a:custGeom>
              <a:solidFill>
                <a:srgbClr val="17415F"/>
              </a:solidFill>
            </p:spPr>
          </p:sp>
          <p:sp>
            <p:nvSpPr>
              <p:cNvPr name="TextBox 24" id="24"/>
              <p:cNvSpPr txBox="true"/>
              <p:nvPr/>
            </p:nvSpPr>
            <p:spPr>
              <a:xfrm>
                <a:off x="0" y="-38100"/>
                <a:ext cx="12543" cy="367871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grpSp>
          <p:nvGrpSpPr>
            <p:cNvPr name="Group 25" id="25"/>
            <p:cNvGrpSpPr/>
            <p:nvPr/>
          </p:nvGrpSpPr>
          <p:grpSpPr>
            <a:xfrm rot="5400000">
              <a:off x="20138971" y="-2378926"/>
              <a:ext cx="63500" cy="5647961"/>
              <a:chOff x="0" y="0"/>
              <a:chExt cx="12543" cy="1115647"/>
            </a:xfrm>
          </p:grpSpPr>
          <p:sp>
            <p:nvSpPr>
              <p:cNvPr name="Freeform 26" id="26"/>
              <p:cNvSpPr/>
              <p:nvPr/>
            </p:nvSpPr>
            <p:spPr>
              <a:xfrm flipH="false" flipV="false" rot="0">
                <a:off x="0" y="0"/>
                <a:ext cx="12543" cy="1115647"/>
              </a:xfrm>
              <a:custGeom>
                <a:avLst/>
                <a:gdLst/>
                <a:ahLst/>
                <a:cxnLst/>
                <a:rect r="r" b="b" t="t" l="l"/>
                <a:pathLst>
                  <a:path h="1115647" w="12543">
                    <a:moveTo>
                      <a:pt x="0" y="0"/>
                    </a:moveTo>
                    <a:lnTo>
                      <a:pt x="12543" y="0"/>
                    </a:lnTo>
                    <a:lnTo>
                      <a:pt x="12543" y="1115647"/>
                    </a:lnTo>
                    <a:lnTo>
                      <a:pt x="0" y="1115647"/>
                    </a:lnTo>
                    <a:close/>
                  </a:path>
                </a:pathLst>
              </a:custGeom>
              <a:solidFill>
                <a:srgbClr val="17415F"/>
              </a:solidFill>
            </p:spPr>
          </p:sp>
          <p:sp>
            <p:nvSpPr>
              <p:cNvPr name="TextBox 27" id="27"/>
              <p:cNvSpPr txBox="true"/>
              <p:nvPr/>
            </p:nvSpPr>
            <p:spPr>
              <a:xfrm>
                <a:off x="0" y="-38100"/>
                <a:ext cx="12543" cy="1153747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grpSp>
          <p:nvGrpSpPr>
            <p:cNvPr name="Group 28" id="28"/>
            <p:cNvGrpSpPr/>
            <p:nvPr/>
          </p:nvGrpSpPr>
          <p:grpSpPr>
            <a:xfrm rot="0">
              <a:off x="486556" y="10672525"/>
              <a:ext cx="63500" cy="1669468"/>
              <a:chOff x="0" y="0"/>
              <a:chExt cx="12543" cy="329771"/>
            </a:xfrm>
          </p:grpSpPr>
          <p:sp>
            <p:nvSpPr>
              <p:cNvPr name="Freeform 29" id="29"/>
              <p:cNvSpPr/>
              <p:nvPr/>
            </p:nvSpPr>
            <p:spPr>
              <a:xfrm flipH="false" flipV="false" rot="0">
                <a:off x="0" y="0"/>
                <a:ext cx="12543" cy="329771"/>
              </a:xfrm>
              <a:custGeom>
                <a:avLst/>
                <a:gdLst/>
                <a:ahLst/>
                <a:cxnLst/>
                <a:rect r="r" b="b" t="t" l="l"/>
                <a:pathLst>
                  <a:path h="329771" w="12543">
                    <a:moveTo>
                      <a:pt x="0" y="0"/>
                    </a:moveTo>
                    <a:lnTo>
                      <a:pt x="12543" y="0"/>
                    </a:lnTo>
                    <a:lnTo>
                      <a:pt x="12543" y="329771"/>
                    </a:lnTo>
                    <a:lnTo>
                      <a:pt x="0" y="329771"/>
                    </a:lnTo>
                    <a:close/>
                  </a:path>
                </a:pathLst>
              </a:custGeom>
              <a:solidFill>
                <a:srgbClr val="17415F"/>
              </a:solidFill>
            </p:spPr>
          </p:sp>
          <p:sp>
            <p:nvSpPr>
              <p:cNvPr name="TextBox 30" id="30"/>
              <p:cNvSpPr txBox="true"/>
              <p:nvPr/>
            </p:nvSpPr>
            <p:spPr>
              <a:xfrm>
                <a:off x="0" y="-38100"/>
                <a:ext cx="12543" cy="367871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grpSp>
          <p:nvGrpSpPr>
            <p:cNvPr name="Group 31" id="31"/>
            <p:cNvGrpSpPr/>
            <p:nvPr/>
          </p:nvGrpSpPr>
          <p:grpSpPr>
            <a:xfrm rot="-5400000">
              <a:off x="3304817" y="9486262"/>
              <a:ext cx="63500" cy="5647961"/>
              <a:chOff x="0" y="0"/>
              <a:chExt cx="12543" cy="1115647"/>
            </a:xfrm>
          </p:grpSpPr>
          <p:sp>
            <p:nvSpPr>
              <p:cNvPr name="Freeform 32" id="32"/>
              <p:cNvSpPr/>
              <p:nvPr/>
            </p:nvSpPr>
            <p:spPr>
              <a:xfrm flipH="false" flipV="false" rot="0">
                <a:off x="0" y="0"/>
                <a:ext cx="12543" cy="1115647"/>
              </a:xfrm>
              <a:custGeom>
                <a:avLst/>
                <a:gdLst/>
                <a:ahLst/>
                <a:cxnLst/>
                <a:rect r="r" b="b" t="t" l="l"/>
                <a:pathLst>
                  <a:path h="1115647" w="12543">
                    <a:moveTo>
                      <a:pt x="0" y="0"/>
                    </a:moveTo>
                    <a:lnTo>
                      <a:pt x="12543" y="0"/>
                    </a:lnTo>
                    <a:lnTo>
                      <a:pt x="12543" y="1115647"/>
                    </a:lnTo>
                    <a:lnTo>
                      <a:pt x="0" y="1115647"/>
                    </a:lnTo>
                    <a:close/>
                  </a:path>
                </a:pathLst>
              </a:custGeom>
              <a:solidFill>
                <a:srgbClr val="17415F"/>
              </a:solidFill>
            </p:spPr>
          </p:sp>
          <p:sp>
            <p:nvSpPr>
              <p:cNvPr name="TextBox 33" id="33"/>
              <p:cNvSpPr txBox="true"/>
              <p:nvPr/>
            </p:nvSpPr>
            <p:spPr>
              <a:xfrm>
                <a:off x="0" y="-38100"/>
                <a:ext cx="12543" cy="1153747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</p:grpSp>
      <p:grpSp>
        <p:nvGrpSpPr>
          <p:cNvPr name="Group 34" id="34"/>
          <p:cNvGrpSpPr/>
          <p:nvPr/>
        </p:nvGrpSpPr>
        <p:grpSpPr>
          <a:xfrm rot="0">
            <a:off x="13955824" y="6587618"/>
            <a:ext cx="6666800" cy="4085592"/>
            <a:chOff x="0" y="0"/>
            <a:chExt cx="8889067" cy="5447455"/>
          </a:xfrm>
        </p:grpSpPr>
        <p:grpSp>
          <p:nvGrpSpPr>
            <p:cNvPr name="Group 35" id="35"/>
            <p:cNvGrpSpPr/>
            <p:nvPr/>
          </p:nvGrpSpPr>
          <p:grpSpPr>
            <a:xfrm rot="-10800000">
              <a:off x="2663403" y="0"/>
              <a:ext cx="6225663" cy="5447455"/>
              <a:chOff x="0" y="0"/>
              <a:chExt cx="812800" cy="711200"/>
            </a:xfrm>
          </p:grpSpPr>
          <p:sp>
            <p:nvSpPr>
              <p:cNvPr name="Freeform 36" id="36"/>
              <p:cNvSpPr/>
              <p:nvPr/>
            </p:nvSpPr>
            <p:spPr>
              <a:xfrm flipH="false" flipV="false" rot="0">
                <a:off x="0" y="0"/>
                <a:ext cx="812800" cy="711200"/>
              </a:xfrm>
              <a:custGeom>
                <a:avLst/>
                <a:gdLst/>
                <a:ahLst/>
                <a:cxnLst/>
                <a:rect r="r" b="b" t="t" l="l"/>
                <a:pathLst>
                  <a:path h="711200" w="812800">
                    <a:moveTo>
                      <a:pt x="406400" y="711200"/>
                    </a:moveTo>
                    <a:lnTo>
                      <a:pt x="812800" y="0"/>
                    </a:lnTo>
                    <a:lnTo>
                      <a:pt x="0" y="0"/>
                    </a:lnTo>
                    <a:lnTo>
                      <a:pt x="406400" y="711200"/>
                    </a:lnTo>
                    <a:close/>
                  </a:path>
                </a:pathLst>
              </a:custGeom>
              <a:solidFill>
                <a:srgbClr val="6B7A8C"/>
              </a:solidFill>
            </p:spPr>
          </p:sp>
          <p:sp>
            <p:nvSpPr>
              <p:cNvPr name="TextBox 37" id="37"/>
              <p:cNvSpPr txBox="true"/>
              <p:nvPr/>
            </p:nvSpPr>
            <p:spPr>
              <a:xfrm>
                <a:off x="127000" y="12700"/>
                <a:ext cx="558800" cy="36830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grpSp>
          <p:nvGrpSpPr>
            <p:cNvPr name="Group 38" id="38"/>
            <p:cNvGrpSpPr/>
            <p:nvPr/>
          </p:nvGrpSpPr>
          <p:grpSpPr>
            <a:xfrm rot="-10800000">
              <a:off x="0" y="3821268"/>
              <a:ext cx="5776235" cy="1261779"/>
              <a:chOff x="0" y="0"/>
              <a:chExt cx="1140985" cy="249240"/>
            </a:xfrm>
          </p:grpSpPr>
          <p:sp>
            <p:nvSpPr>
              <p:cNvPr name="Freeform 39" id="39"/>
              <p:cNvSpPr/>
              <p:nvPr/>
            </p:nvSpPr>
            <p:spPr>
              <a:xfrm flipH="false" flipV="false" rot="0">
                <a:off x="0" y="0"/>
                <a:ext cx="1140985" cy="249240"/>
              </a:xfrm>
              <a:custGeom>
                <a:avLst/>
                <a:gdLst/>
                <a:ahLst/>
                <a:cxnLst/>
                <a:rect r="r" b="b" t="t" l="l"/>
                <a:pathLst>
                  <a:path h="249240" w="1140985">
                    <a:moveTo>
                      <a:pt x="203200" y="0"/>
                    </a:moveTo>
                    <a:lnTo>
                      <a:pt x="1140985" y="0"/>
                    </a:lnTo>
                    <a:lnTo>
                      <a:pt x="937785" y="249240"/>
                    </a:lnTo>
                    <a:lnTo>
                      <a:pt x="0" y="249240"/>
                    </a:lnTo>
                    <a:lnTo>
                      <a:pt x="203200" y="0"/>
                    </a:lnTo>
                    <a:close/>
                  </a:path>
                </a:pathLst>
              </a:custGeom>
              <a:solidFill>
                <a:srgbClr val="88A5C4"/>
              </a:solidFill>
            </p:spPr>
          </p:sp>
          <p:sp>
            <p:nvSpPr>
              <p:cNvPr name="TextBox 40" id="40"/>
              <p:cNvSpPr txBox="true"/>
              <p:nvPr/>
            </p:nvSpPr>
            <p:spPr>
              <a:xfrm>
                <a:off x="101600" y="-38100"/>
                <a:ext cx="937785" cy="28734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</p:grpSp>
      <p:grpSp>
        <p:nvGrpSpPr>
          <p:cNvPr name="Group 41" id="41"/>
          <p:cNvGrpSpPr/>
          <p:nvPr/>
        </p:nvGrpSpPr>
        <p:grpSpPr>
          <a:xfrm rot="-10800000">
            <a:off x="-2304700" y="-378866"/>
            <a:ext cx="6666800" cy="4085592"/>
            <a:chOff x="0" y="0"/>
            <a:chExt cx="8889067" cy="5447455"/>
          </a:xfrm>
        </p:grpSpPr>
        <p:grpSp>
          <p:nvGrpSpPr>
            <p:cNvPr name="Group 42" id="42"/>
            <p:cNvGrpSpPr/>
            <p:nvPr/>
          </p:nvGrpSpPr>
          <p:grpSpPr>
            <a:xfrm rot="-10800000">
              <a:off x="2663403" y="0"/>
              <a:ext cx="6225663" cy="5447455"/>
              <a:chOff x="0" y="0"/>
              <a:chExt cx="812800" cy="711200"/>
            </a:xfrm>
          </p:grpSpPr>
          <p:sp>
            <p:nvSpPr>
              <p:cNvPr name="Freeform 43" id="43"/>
              <p:cNvSpPr/>
              <p:nvPr/>
            </p:nvSpPr>
            <p:spPr>
              <a:xfrm flipH="false" flipV="false" rot="0">
                <a:off x="0" y="0"/>
                <a:ext cx="812800" cy="711200"/>
              </a:xfrm>
              <a:custGeom>
                <a:avLst/>
                <a:gdLst/>
                <a:ahLst/>
                <a:cxnLst/>
                <a:rect r="r" b="b" t="t" l="l"/>
                <a:pathLst>
                  <a:path h="711200" w="812800">
                    <a:moveTo>
                      <a:pt x="406400" y="711200"/>
                    </a:moveTo>
                    <a:lnTo>
                      <a:pt x="812800" y="0"/>
                    </a:lnTo>
                    <a:lnTo>
                      <a:pt x="0" y="0"/>
                    </a:lnTo>
                    <a:lnTo>
                      <a:pt x="406400" y="711200"/>
                    </a:lnTo>
                    <a:close/>
                  </a:path>
                </a:pathLst>
              </a:custGeom>
              <a:solidFill>
                <a:srgbClr val="6B7A8C"/>
              </a:solidFill>
            </p:spPr>
          </p:sp>
          <p:sp>
            <p:nvSpPr>
              <p:cNvPr name="TextBox 44" id="44"/>
              <p:cNvSpPr txBox="true"/>
              <p:nvPr/>
            </p:nvSpPr>
            <p:spPr>
              <a:xfrm>
                <a:off x="127000" y="12700"/>
                <a:ext cx="558800" cy="36830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grpSp>
          <p:nvGrpSpPr>
            <p:cNvPr name="Group 45" id="45"/>
            <p:cNvGrpSpPr/>
            <p:nvPr/>
          </p:nvGrpSpPr>
          <p:grpSpPr>
            <a:xfrm rot="-10800000">
              <a:off x="0" y="3821268"/>
              <a:ext cx="5776235" cy="1261779"/>
              <a:chOff x="0" y="0"/>
              <a:chExt cx="1140985" cy="249240"/>
            </a:xfrm>
          </p:grpSpPr>
          <p:sp>
            <p:nvSpPr>
              <p:cNvPr name="Freeform 46" id="46"/>
              <p:cNvSpPr/>
              <p:nvPr/>
            </p:nvSpPr>
            <p:spPr>
              <a:xfrm flipH="false" flipV="false" rot="0">
                <a:off x="0" y="0"/>
                <a:ext cx="1140985" cy="249240"/>
              </a:xfrm>
              <a:custGeom>
                <a:avLst/>
                <a:gdLst/>
                <a:ahLst/>
                <a:cxnLst/>
                <a:rect r="r" b="b" t="t" l="l"/>
                <a:pathLst>
                  <a:path h="249240" w="1140985">
                    <a:moveTo>
                      <a:pt x="203200" y="0"/>
                    </a:moveTo>
                    <a:lnTo>
                      <a:pt x="1140985" y="0"/>
                    </a:lnTo>
                    <a:lnTo>
                      <a:pt x="937785" y="249240"/>
                    </a:lnTo>
                    <a:lnTo>
                      <a:pt x="0" y="249240"/>
                    </a:lnTo>
                    <a:lnTo>
                      <a:pt x="203200" y="0"/>
                    </a:lnTo>
                    <a:close/>
                  </a:path>
                </a:pathLst>
              </a:custGeom>
              <a:solidFill>
                <a:srgbClr val="88A5C4"/>
              </a:solidFill>
            </p:spPr>
          </p:sp>
          <p:sp>
            <p:nvSpPr>
              <p:cNvPr name="TextBox 47" id="47"/>
              <p:cNvSpPr txBox="true"/>
              <p:nvPr/>
            </p:nvSpPr>
            <p:spPr>
              <a:xfrm>
                <a:off x="101600" y="-38100"/>
                <a:ext cx="937785" cy="28734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grpSp>
          <p:nvGrpSpPr>
            <p:cNvPr name="Group 48" id="48"/>
            <p:cNvGrpSpPr/>
            <p:nvPr/>
          </p:nvGrpSpPr>
          <p:grpSpPr>
            <a:xfrm rot="-10800000">
              <a:off x="3094536" y="2203713"/>
              <a:ext cx="1551081" cy="1357196"/>
              <a:chOff x="0" y="0"/>
              <a:chExt cx="812800" cy="711200"/>
            </a:xfrm>
          </p:grpSpPr>
          <p:sp>
            <p:nvSpPr>
              <p:cNvPr name="Freeform 49" id="49"/>
              <p:cNvSpPr/>
              <p:nvPr/>
            </p:nvSpPr>
            <p:spPr>
              <a:xfrm flipH="false" flipV="false" rot="0">
                <a:off x="0" y="0"/>
                <a:ext cx="812800" cy="711200"/>
              </a:xfrm>
              <a:custGeom>
                <a:avLst/>
                <a:gdLst/>
                <a:ahLst/>
                <a:cxnLst/>
                <a:rect r="r" b="b" t="t" l="l"/>
                <a:pathLst>
                  <a:path h="711200" w="812800">
                    <a:moveTo>
                      <a:pt x="406400" y="711200"/>
                    </a:moveTo>
                    <a:lnTo>
                      <a:pt x="812800" y="0"/>
                    </a:lnTo>
                    <a:lnTo>
                      <a:pt x="0" y="0"/>
                    </a:lnTo>
                    <a:lnTo>
                      <a:pt x="406400" y="711200"/>
                    </a:lnTo>
                    <a:close/>
                  </a:path>
                </a:pathLst>
              </a:custGeom>
              <a:solidFill>
                <a:srgbClr val="A5B4C7"/>
              </a:solidFill>
            </p:spPr>
          </p:sp>
          <p:sp>
            <p:nvSpPr>
              <p:cNvPr name="TextBox 50" id="50"/>
              <p:cNvSpPr txBox="true"/>
              <p:nvPr/>
            </p:nvSpPr>
            <p:spPr>
              <a:xfrm>
                <a:off x="127000" y="12700"/>
                <a:ext cx="558800" cy="36830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</p:grpSp>
      <p:sp>
        <p:nvSpPr>
          <p:cNvPr name="Freeform 51" id="51"/>
          <p:cNvSpPr/>
          <p:nvPr/>
        </p:nvSpPr>
        <p:spPr>
          <a:xfrm flipH="false" flipV="false" rot="0">
            <a:off x="5486400" y="3406140"/>
            <a:ext cx="7315200" cy="3474720"/>
          </a:xfrm>
          <a:custGeom>
            <a:avLst/>
            <a:gdLst/>
            <a:ahLst/>
            <a:cxnLst/>
            <a:rect r="r" b="b" t="t" l="l"/>
            <a:pathLst>
              <a:path h="3474720" w="7315200">
                <a:moveTo>
                  <a:pt x="0" y="0"/>
                </a:moveTo>
                <a:lnTo>
                  <a:pt x="7315200" y="0"/>
                </a:lnTo>
                <a:lnTo>
                  <a:pt x="7315200" y="3474720"/>
                </a:lnTo>
                <a:lnTo>
                  <a:pt x="0" y="347472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52" id="52"/>
          <p:cNvSpPr txBox="true"/>
          <p:nvPr/>
        </p:nvSpPr>
        <p:spPr>
          <a:xfrm rot="0">
            <a:off x="2082584" y="885825"/>
            <a:ext cx="14122832" cy="12033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9800"/>
              </a:lnSpc>
            </a:pPr>
            <a:r>
              <a:rPr lang="en-US" b="true" sz="7000">
                <a:solidFill>
                  <a:srgbClr val="3E526A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USERS OF THE SYSTEM</a:t>
            </a:r>
          </a:p>
        </p:txBody>
      </p:sp>
      <p:sp>
        <p:nvSpPr>
          <p:cNvPr name="TextBox 53" id="53"/>
          <p:cNvSpPr txBox="true"/>
          <p:nvPr/>
        </p:nvSpPr>
        <p:spPr>
          <a:xfrm rot="0">
            <a:off x="5666454" y="4648199"/>
            <a:ext cx="2868454" cy="49530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199"/>
              </a:lnSpc>
              <a:spcBef>
                <a:spcPct val="0"/>
              </a:spcBef>
            </a:pPr>
            <a:r>
              <a:rPr lang="en-US" b="true" sz="2999" u="sng">
                <a:solidFill>
                  <a:srgbClr val="3B414D"/>
                </a:solidFill>
                <a:latin typeface="Muli Bold"/>
                <a:ea typeface="Muli Bold"/>
                <a:cs typeface="Muli Bold"/>
                <a:sym typeface="Muli Bold"/>
              </a:rPr>
              <a:t>RetinaSense  AI</a:t>
            </a:r>
          </a:p>
        </p:txBody>
      </p:sp>
      <p:sp>
        <p:nvSpPr>
          <p:cNvPr name="TextBox 54" id="54"/>
          <p:cNvSpPr txBox="true"/>
          <p:nvPr/>
        </p:nvSpPr>
        <p:spPr>
          <a:xfrm rot="0">
            <a:off x="9329599" y="3649576"/>
            <a:ext cx="2493908" cy="45643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717"/>
              </a:lnSpc>
            </a:pPr>
            <a:r>
              <a:rPr lang="en-US" b="true" sz="2655" u="sng">
                <a:solidFill>
                  <a:srgbClr val="3B414D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Administrator</a:t>
            </a:r>
          </a:p>
        </p:txBody>
      </p:sp>
      <p:sp>
        <p:nvSpPr>
          <p:cNvPr name="TextBox 55" id="55"/>
          <p:cNvSpPr txBox="true"/>
          <p:nvPr/>
        </p:nvSpPr>
        <p:spPr>
          <a:xfrm rot="0">
            <a:off x="9329599" y="4886707"/>
            <a:ext cx="2685137" cy="45643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717"/>
              </a:lnSpc>
            </a:pPr>
            <a:r>
              <a:rPr lang="en-US" b="true" sz="2655" u="sng">
                <a:solidFill>
                  <a:srgbClr val="3B414D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Registered User</a:t>
            </a:r>
          </a:p>
        </p:txBody>
      </p:sp>
      <p:sp>
        <p:nvSpPr>
          <p:cNvPr name="TextBox 56" id="56"/>
          <p:cNvSpPr txBox="true"/>
          <p:nvPr/>
        </p:nvSpPr>
        <p:spPr>
          <a:xfrm rot="0">
            <a:off x="9599693" y="6124193"/>
            <a:ext cx="1953720" cy="45643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717"/>
              </a:lnSpc>
            </a:pPr>
            <a:r>
              <a:rPr lang="en-US" b="true" sz="2655" u="sng">
                <a:solidFill>
                  <a:srgbClr val="3B414D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Radiologist </a:t>
            </a:r>
          </a:p>
        </p:txBody>
      </p:sp>
    </p:spTree>
  </p:cSld>
  <p:clrMapOvr>
    <a:masterClrMapping/>
  </p:clrMapOvr>
</p:sld>
</file>

<file path=ppt/slides/slide1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gradFill rotWithShape="true">
          <a:gsLst>
            <a:gs pos="0">
              <a:srgbClr val="FBFBFB">
                <a:alpha val="100000"/>
              </a:srgbClr>
            </a:gs>
            <a:gs pos="33333">
              <a:srgbClr val="F1F1F1">
                <a:alpha val="66500"/>
              </a:srgbClr>
            </a:gs>
            <a:gs pos="66667">
              <a:srgbClr val="E9E9E9">
                <a:alpha val="67000"/>
              </a:srgbClr>
            </a:gs>
            <a:gs pos="100000">
              <a:srgbClr val="E0E1E3">
                <a:alpha val="25000"/>
              </a:srgbClr>
            </a:gs>
          </a:gsLst>
          <a:lin ang="540000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-1039392">
            <a:off x="-5599131" y="-3928144"/>
            <a:ext cx="29486263" cy="18143288"/>
            <a:chOff x="0" y="0"/>
            <a:chExt cx="39315017" cy="24191051"/>
          </a:xfrm>
        </p:grpSpPr>
        <p:sp>
          <p:nvSpPr>
            <p:cNvPr name="Freeform 3" id="3"/>
            <p:cNvSpPr/>
            <p:nvPr/>
          </p:nvSpPr>
          <p:spPr>
            <a:xfrm flipH="false" flipV="true" rot="0">
              <a:off x="10693806" y="890869"/>
              <a:ext cx="13700313" cy="12738888"/>
            </a:xfrm>
            <a:custGeom>
              <a:avLst/>
              <a:gdLst/>
              <a:ahLst/>
              <a:cxnLst/>
              <a:rect r="r" b="b" t="t" l="l"/>
              <a:pathLst>
                <a:path h="12738888" w="13700313">
                  <a:moveTo>
                    <a:pt x="0" y="12738888"/>
                  </a:moveTo>
                  <a:lnTo>
                    <a:pt x="13700313" y="12738888"/>
                  </a:lnTo>
                  <a:lnTo>
                    <a:pt x="13700313" y="0"/>
                  </a:lnTo>
                  <a:lnTo>
                    <a:pt x="0" y="0"/>
                  </a:lnTo>
                  <a:lnTo>
                    <a:pt x="0" y="12738888"/>
                  </a:lnTo>
                  <a:close/>
                </a:path>
              </a:pathLst>
            </a:custGeom>
            <a:blipFill>
              <a:blip r:embed="rId2">
                <a:alphaModFix amt="10999"/>
              </a:blip>
              <a:stretch>
                <a:fillRect l="0" t="0" r="0" b="0"/>
              </a:stretch>
            </a:blipFill>
          </p:spPr>
        </p:sp>
        <p:sp>
          <p:nvSpPr>
            <p:cNvPr name="Freeform 4" id="4"/>
            <p:cNvSpPr/>
            <p:nvPr/>
          </p:nvSpPr>
          <p:spPr>
            <a:xfrm flipH="false" flipV="true" rot="0">
              <a:off x="21387611" y="0"/>
              <a:ext cx="13700313" cy="12738888"/>
            </a:xfrm>
            <a:custGeom>
              <a:avLst/>
              <a:gdLst/>
              <a:ahLst/>
              <a:cxnLst/>
              <a:rect r="r" b="b" t="t" l="l"/>
              <a:pathLst>
                <a:path h="12738888" w="13700313">
                  <a:moveTo>
                    <a:pt x="0" y="12738888"/>
                  </a:moveTo>
                  <a:lnTo>
                    <a:pt x="13700314" y="12738888"/>
                  </a:lnTo>
                  <a:lnTo>
                    <a:pt x="13700314" y="0"/>
                  </a:lnTo>
                  <a:lnTo>
                    <a:pt x="0" y="0"/>
                  </a:lnTo>
                  <a:lnTo>
                    <a:pt x="0" y="12738888"/>
                  </a:lnTo>
                  <a:close/>
                </a:path>
              </a:pathLst>
            </a:custGeom>
            <a:blipFill>
              <a:blip r:embed="rId2">
                <a:alphaModFix amt="10999"/>
              </a:blip>
              <a:stretch>
                <a:fillRect l="0" t="0" r="0" b="0"/>
              </a:stretch>
            </a:blipFill>
          </p:spPr>
        </p:sp>
        <p:sp>
          <p:nvSpPr>
            <p:cNvPr name="Freeform 5" id="5"/>
            <p:cNvSpPr/>
            <p:nvPr/>
          </p:nvSpPr>
          <p:spPr>
            <a:xfrm flipH="true" flipV="false" rot="0">
              <a:off x="25614703" y="9670425"/>
              <a:ext cx="13700313" cy="12738888"/>
            </a:xfrm>
            <a:custGeom>
              <a:avLst/>
              <a:gdLst/>
              <a:ahLst/>
              <a:cxnLst/>
              <a:rect r="r" b="b" t="t" l="l"/>
              <a:pathLst>
                <a:path h="12738888" w="13700313">
                  <a:moveTo>
                    <a:pt x="13700314" y="0"/>
                  </a:moveTo>
                  <a:lnTo>
                    <a:pt x="0" y="0"/>
                  </a:lnTo>
                  <a:lnTo>
                    <a:pt x="0" y="12738888"/>
                  </a:lnTo>
                  <a:lnTo>
                    <a:pt x="13700314" y="12738888"/>
                  </a:lnTo>
                  <a:lnTo>
                    <a:pt x="13700314" y="0"/>
                  </a:lnTo>
                  <a:close/>
                </a:path>
              </a:pathLst>
            </a:custGeom>
            <a:blipFill>
              <a:blip r:embed="rId2">
                <a:alphaModFix amt="10999"/>
              </a:blip>
              <a:stretch>
                <a:fillRect l="0" t="0" r="0" b="0"/>
              </a:stretch>
            </a:blipFill>
          </p:spPr>
        </p:sp>
        <p:sp>
          <p:nvSpPr>
            <p:cNvPr name="Freeform 6" id="6"/>
            <p:cNvSpPr/>
            <p:nvPr/>
          </p:nvSpPr>
          <p:spPr>
            <a:xfrm flipH="true" flipV="false" rot="0">
              <a:off x="14920898" y="10561294"/>
              <a:ext cx="13700313" cy="12738888"/>
            </a:xfrm>
            <a:custGeom>
              <a:avLst/>
              <a:gdLst/>
              <a:ahLst/>
              <a:cxnLst/>
              <a:rect r="r" b="b" t="t" l="l"/>
              <a:pathLst>
                <a:path h="12738888" w="13700313">
                  <a:moveTo>
                    <a:pt x="13700313" y="0"/>
                  </a:moveTo>
                  <a:lnTo>
                    <a:pt x="0" y="0"/>
                  </a:lnTo>
                  <a:lnTo>
                    <a:pt x="0" y="12738888"/>
                  </a:lnTo>
                  <a:lnTo>
                    <a:pt x="13700313" y="12738888"/>
                  </a:lnTo>
                  <a:lnTo>
                    <a:pt x="13700313" y="0"/>
                  </a:lnTo>
                  <a:close/>
                </a:path>
              </a:pathLst>
            </a:custGeom>
            <a:blipFill>
              <a:blip r:embed="rId2">
                <a:alphaModFix amt="10999"/>
              </a:blip>
              <a:stretch>
                <a:fillRect l="0" t="0" r="0" b="0"/>
              </a:stretch>
            </a:blipFill>
          </p:spPr>
        </p:sp>
        <p:sp>
          <p:nvSpPr>
            <p:cNvPr name="Freeform 7" id="7"/>
            <p:cNvSpPr/>
            <p:nvPr/>
          </p:nvSpPr>
          <p:spPr>
            <a:xfrm flipH="false" flipV="true" rot="0">
              <a:off x="0" y="1781739"/>
              <a:ext cx="13700313" cy="12738888"/>
            </a:xfrm>
            <a:custGeom>
              <a:avLst/>
              <a:gdLst/>
              <a:ahLst/>
              <a:cxnLst/>
              <a:rect r="r" b="b" t="t" l="l"/>
              <a:pathLst>
                <a:path h="12738888" w="13700313">
                  <a:moveTo>
                    <a:pt x="0" y="12738888"/>
                  </a:moveTo>
                  <a:lnTo>
                    <a:pt x="13700313" y="12738888"/>
                  </a:lnTo>
                  <a:lnTo>
                    <a:pt x="13700313" y="0"/>
                  </a:lnTo>
                  <a:lnTo>
                    <a:pt x="0" y="0"/>
                  </a:lnTo>
                  <a:lnTo>
                    <a:pt x="0" y="12738888"/>
                  </a:lnTo>
                  <a:close/>
                </a:path>
              </a:pathLst>
            </a:custGeom>
            <a:blipFill>
              <a:blip r:embed="rId2">
                <a:alphaModFix amt="10999"/>
              </a:blip>
              <a:stretch>
                <a:fillRect l="0" t="0" r="0" b="0"/>
              </a:stretch>
            </a:blipFill>
          </p:spPr>
        </p:sp>
        <p:sp>
          <p:nvSpPr>
            <p:cNvPr name="Freeform 8" id="8"/>
            <p:cNvSpPr/>
            <p:nvPr/>
          </p:nvSpPr>
          <p:spPr>
            <a:xfrm flipH="true" flipV="false" rot="0">
              <a:off x="4227092" y="11452163"/>
              <a:ext cx="13700313" cy="12738888"/>
            </a:xfrm>
            <a:custGeom>
              <a:avLst/>
              <a:gdLst/>
              <a:ahLst/>
              <a:cxnLst/>
              <a:rect r="r" b="b" t="t" l="l"/>
              <a:pathLst>
                <a:path h="12738888" w="13700313">
                  <a:moveTo>
                    <a:pt x="13700313" y="0"/>
                  </a:moveTo>
                  <a:lnTo>
                    <a:pt x="0" y="0"/>
                  </a:lnTo>
                  <a:lnTo>
                    <a:pt x="0" y="12738888"/>
                  </a:lnTo>
                  <a:lnTo>
                    <a:pt x="13700313" y="12738888"/>
                  </a:lnTo>
                  <a:lnTo>
                    <a:pt x="13700313" y="0"/>
                  </a:lnTo>
                  <a:close/>
                </a:path>
              </a:pathLst>
            </a:custGeom>
            <a:blipFill>
              <a:blip r:embed="rId2">
                <a:alphaModFix amt="10999"/>
              </a:blip>
              <a:stretch>
                <a:fillRect l="0" t="0" r="0" b="0"/>
              </a:stretch>
            </a:blipFill>
          </p:spPr>
        </p:sp>
      </p:grpSp>
      <p:grpSp>
        <p:nvGrpSpPr>
          <p:cNvPr name="Group 9" id="9"/>
          <p:cNvGrpSpPr/>
          <p:nvPr/>
        </p:nvGrpSpPr>
        <p:grpSpPr>
          <a:xfrm rot="0">
            <a:off x="328767" y="360263"/>
            <a:ext cx="17630466" cy="9566473"/>
            <a:chOff x="0" y="0"/>
            <a:chExt cx="23507288" cy="12755298"/>
          </a:xfrm>
        </p:grpSpPr>
        <p:grpSp>
          <p:nvGrpSpPr>
            <p:cNvPr name="Group 10" id="10"/>
            <p:cNvGrpSpPr/>
            <p:nvPr/>
          </p:nvGrpSpPr>
          <p:grpSpPr>
            <a:xfrm rot="0">
              <a:off x="0" y="7832412"/>
              <a:ext cx="63500" cy="4922886"/>
              <a:chOff x="0" y="0"/>
              <a:chExt cx="12543" cy="972422"/>
            </a:xfrm>
          </p:grpSpPr>
          <p:sp>
            <p:nvSpPr>
              <p:cNvPr name="Freeform 11" id="11"/>
              <p:cNvSpPr/>
              <p:nvPr/>
            </p:nvSpPr>
            <p:spPr>
              <a:xfrm flipH="false" flipV="false" rot="0">
                <a:off x="0" y="0"/>
                <a:ext cx="12543" cy="972422"/>
              </a:xfrm>
              <a:custGeom>
                <a:avLst/>
                <a:gdLst/>
                <a:ahLst/>
                <a:cxnLst/>
                <a:rect r="r" b="b" t="t" l="l"/>
                <a:pathLst>
                  <a:path h="972422" w="12543">
                    <a:moveTo>
                      <a:pt x="0" y="0"/>
                    </a:moveTo>
                    <a:lnTo>
                      <a:pt x="12543" y="0"/>
                    </a:lnTo>
                    <a:lnTo>
                      <a:pt x="12543" y="972422"/>
                    </a:lnTo>
                    <a:lnTo>
                      <a:pt x="0" y="972422"/>
                    </a:lnTo>
                    <a:close/>
                  </a:path>
                </a:pathLst>
              </a:custGeom>
              <a:solidFill>
                <a:srgbClr val="17415F"/>
              </a:solidFill>
            </p:spPr>
          </p:sp>
          <p:sp>
            <p:nvSpPr>
              <p:cNvPr name="TextBox 12" id="12"/>
              <p:cNvSpPr txBox="true"/>
              <p:nvPr/>
            </p:nvSpPr>
            <p:spPr>
              <a:xfrm>
                <a:off x="0" y="-38100"/>
                <a:ext cx="12543" cy="1010522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grpSp>
          <p:nvGrpSpPr>
            <p:cNvPr name="Group 13" id="13"/>
            <p:cNvGrpSpPr/>
            <p:nvPr/>
          </p:nvGrpSpPr>
          <p:grpSpPr>
            <a:xfrm rot="-5400000">
              <a:off x="6920832" y="5834466"/>
              <a:ext cx="63500" cy="13778164"/>
              <a:chOff x="0" y="0"/>
              <a:chExt cx="12543" cy="2721613"/>
            </a:xfrm>
          </p:grpSpPr>
          <p:sp>
            <p:nvSpPr>
              <p:cNvPr name="Freeform 14" id="14"/>
              <p:cNvSpPr/>
              <p:nvPr/>
            </p:nvSpPr>
            <p:spPr>
              <a:xfrm flipH="false" flipV="false" rot="0">
                <a:off x="0" y="0"/>
                <a:ext cx="12543" cy="2721613"/>
              </a:xfrm>
              <a:custGeom>
                <a:avLst/>
                <a:gdLst/>
                <a:ahLst/>
                <a:cxnLst/>
                <a:rect r="r" b="b" t="t" l="l"/>
                <a:pathLst>
                  <a:path h="2721613" w="12543">
                    <a:moveTo>
                      <a:pt x="0" y="0"/>
                    </a:moveTo>
                    <a:lnTo>
                      <a:pt x="12543" y="0"/>
                    </a:lnTo>
                    <a:lnTo>
                      <a:pt x="12543" y="2721613"/>
                    </a:lnTo>
                    <a:lnTo>
                      <a:pt x="0" y="2721613"/>
                    </a:lnTo>
                    <a:close/>
                  </a:path>
                </a:pathLst>
              </a:custGeom>
              <a:solidFill>
                <a:srgbClr val="17415F"/>
              </a:solidFill>
            </p:spPr>
          </p:sp>
          <p:sp>
            <p:nvSpPr>
              <p:cNvPr name="TextBox 15" id="15"/>
              <p:cNvSpPr txBox="true"/>
              <p:nvPr/>
            </p:nvSpPr>
            <p:spPr>
              <a:xfrm>
                <a:off x="0" y="-38100"/>
                <a:ext cx="12543" cy="2759713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grpSp>
          <p:nvGrpSpPr>
            <p:cNvPr name="Group 16" id="16"/>
            <p:cNvGrpSpPr/>
            <p:nvPr/>
          </p:nvGrpSpPr>
          <p:grpSpPr>
            <a:xfrm rot="-10800000">
              <a:off x="23443788" y="0"/>
              <a:ext cx="63500" cy="4922886"/>
              <a:chOff x="0" y="0"/>
              <a:chExt cx="12543" cy="972422"/>
            </a:xfrm>
          </p:grpSpPr>
          <p:sp>
            <p:nvSpPr>
              <p:cNvPr name="Freeform 17" id="17"/>
              <p:cNvSpPr/>
              <p:nvPr/>
            </p:nvSpPr>
            <p:spPr>
              <a:xfrm flipH="false" flipV="false" rot="0">
                <a:off x="0" y="0"/>
                <a:ext cx="12543" cy="972422"/>
              </a:xfrm>
              <a:custGeom>
                <a:avLst/>
                <a:gdLst/>
                <a:ahLst/>
                <a:cxnLst/>
                <a:rect r="r" b="b" t="t" l="l"/>
                <a:pathLst>
                  <a:path h="972422" w="12543">
                    <a:moveTo>
                      <a:pt x="0" y="0"/>
                    </a:moveTo>
                    <a:lnTo>
                      <a:pt x="12543" y="0"/>
                    </a:lnTo>
                    <a:lnTo>
                      <a:pt x="12543" y="972422"/>
                    </a:lnTo>
                    <a:lnTo>
                      <a:pt x="0" y="972422"/>
                    </a:lnTo>
                    <a:close/>
                  </a:path>
                </a:pathLst>
              </a:custGeom>
              <a:solidFill>
                <a:srgbClr val="17415F"/>
              </a:solidFill>
            </p:spPr>
          </p:sp>
          <p:sp>
            <p:nvSpPr>
              <p:cNvPr name="TextBox 18" id="18"/>
              <p:cNvSpPr txBox="true"/>
              <p:nvPr/>
            </p:nvSpPr>
            <p:spPr>
              <a:xfrm>
                <a:off x="0" y="-38100"/>
                <a:ext cx="12543" cy="1010522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grpSp>
          <p:nvGrpSpPr>
            <p:cNvPr name="Group 19" id="19"/>
            <p:cNvGrpSpPr/>
            <p:nvPr/>
          </p:nvGrpSpPr>
          <p:grpSpPr>
            <a:xfrm rot="5400000">
              <a:off x="16522956" y="-6857332"/>
              <a:ext cx="63500" cy="13778164"/>
              <a:chOff x="0" y="0"/>
              <a:chExt cx="12543" cy="2721613"/>
            </a:xfrm>
          </p:grpSpPr>
          <p:sp>
            <p:nvSpPr>
              <p:cNvPr name="Freeform 20" id="20"/>
              <p:cNvSpPr/>
              <p:nvPr/>
            </p:nvSpPr>
            <p:spPr>
              <a:xfrm flipH="false" flipV="false" rot="0">
                <a:off x="0" y="0"/>
                <a:ext cx="12543" cy="2721613"/>
              </a:xfrm>
              <a:custGeom>
                <a:avLst/>
                <a:gdLst/>
                <a:ahLst/>
                <a:cxnLst/>
                <a:rect r="r" b="b" t="t" l="l"/>
                <a:pathLst>
                  <a:path h="2721613" w="12543">
                    <a:moveTo>
                      <a:pt x="0" y="0"/>
                    </a:moveTo>
                    <a:lnTo>
                      <a:pt x="12543" y="0"/>
                    </a:lnTo>
                    <a:lnTo>
                      <a:pt x="12543" y="2721613"/>
                    </a:lnTo>
                    <a:lnTo>
                      <a:pt x="0" y="2721613"/>
                    </a:lnTo>
                    <a:close/>
                  </a:path>
                </a:pathLst>
              </a:custGeom>
              <a:solidFill>
                <a:srgbClr val="17415F"/>
              </a:solidFill>
            </p:spPr>
          </p:sp>
          <p:sp>
            <p:nvSpPr>
              <p:cNvPr name="TextBox 21" id="21"/>
              <p:cNvSpPr txBox="true"/>
              <p:nvPr/>
            </p:nvSpPr>
            <p:spPr>
              <a:xfrm>
                <a:off x="0" y="-38100"/>
                <a:ext cx="12543" cy="2759713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grpSp>
          <p:nvGrpSpPr>
            <p:cNvPr name="Group 22" id="22"/>
            <p:cNvGrpSpPr/>
            <p:nvPr/>
          </p:nvGrpSpPr>
          <p:grpSpPr>
            <a:xfrm rot="-10800000">
              <a:off x="22957231" y="413305"/>
              <a:ext cx="63500" cy="1669468"/>
              <a:chOff x="0" y="0"/>
              <a:chExt cx="12543" cy="329771"/>
            </a:xfrm>
          </p:grpSpPr>
          <p:sp>
            <p:nvSpPr>
              <p:cNvPr name="Freeform 23" id="23"/>
              <p:cNvSpPr/>
              <p:nvPr/>
            </p:nvSpPr>
            <p:spPr>
              <a:xfrm flipH="false" flipV="false" rot="0">
                <a:off x="0" y="0"/>
                <a:ext cx="12543" cy="329771"/>
              </a:xfrm>
              <a:custGeom>
                <a:avLst/>
                <a:gdLst/>
                <a:ahLst/>
                <a:cxnLst/>
                <a:rect r="r" b="b" t="t" l="l"/>
                <a:pathLst>
                  <a:path h="329771" w="12543">
                    <a:moveTo>
                      <a:pt x="0" y="0"/>
                    </a:moveTo>
                    <a:lnTo>
                      <a:pt x="12543" y="0"/>
                    </a:lnTo>
                    <a:lnTo>
                      <a:pt x="12543" y="329771"/>
                    </a:lnTo>
                    <a:lnTo>
                      <a:pt x="0" y="329771"/>
                    </a:lnTo>
                    <a:close/>
                  </a:path>
                </a:pathLst>
              </a:custGeom>
              <a:solidFill>
                <a:srgbClr val="17415F"/>
              </a:solidFill>
            </p:spPr>
          </p:sp>
          <p:sp>
            <p:nvSpPr>
              <p:cNvPr name="TextBox 24" id="24"/>
              <p:cNvSpPr txBox="true"/>
              <p:nvPr/>
            </p:nvSpPr>
            <p:spPr>
              <a:xfrm>
                <a:off x="0" y="-38100"/>
                <a:ext cx="12543" cy="367871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grpSp>
          <p:nvGrpSpPr>
            <p:cNvPr name="Group 25" id="25"/>
            <p:cNvGrpSpPr/>
            <p:nvPr/>
          </p:nvGrpSpPr>
          <p:grpSpPr>
            <a:xfrm rot="5400000">
              <a:off x="20138971" y="-2378926"/>
              <a:ext cx="63500" cy="5647961"/>
              <a:chOff x="0" y="0"/>
              <a:chExt cx="12543" cy="1115647"/>
            </a:xfrm>
          </p:grpSpPr>
          <p:sp>
            <p:nvSpPr>
              <p:cNvPr name="Freeform 26" id="26"/>
              <p:cNvSpPr/>
              <p:nvPr/>
            </p:nvSpPr>
            <p:spPr>
              <a:xfrm flipH="false" flipV="false" rot="0">
                <a:off x="0" y="0"/>
                <a:ext cx="12543" cy="1115647"/>
              </a:xfrm>
              <a:custGeom>
                <a:avLst/>
                <a:gdLst/>
                <a:ahLst/>
                <a:cxnLst/>
                <a:rect r="r" b="b" t="t" l="l"/>
                <a:pathLst>
                  <a:path h="1115647" w="12543">
                    <a:moveTo>
                      <a:pt x="0" y="0"/>
                    </a:moveTo>
                    <a:lnTo>
                      <a:pt x="12543" y="0"/>
                    </a:lnTo>
                    <a:lnTo>
                      <a:pt x="12543" y="1115647"/>
                    </a:lnTo>
                    <a:lnTo>
                      <a:pt x="0" y="1115647"/>
                    </a:lnTo>
                    <a:close/>
                  </a:path>
                </a:pathLst>
              </a:custGeom>
              <a:solidFill>
                <a:srgbClr val="17415F"/>
              </a:solidFill>
            </p:spPr>
          </p:sp>
          <p:sp>
            <p:nvSpPr>
              <p:cNvPr name="TextBox 27" id="27"/>
              <p:cNvSpPr txBox="true"/>
              <p:nvPr/>
            </p:nvSpPr>
            <p:spPr>
              <a:xfrm>
                <a:off x="0" y="-38100"/>
                <a:ext cx="12543" cy="1153747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grpSp>
          <p:nvGrpSpPr>
            <p:cNvPr name="Group 28" id="28"/>
            <p:cNvGrpSpPr/>
            <p:nvPr/>
          </p:nvGrpSpPr>
          <p:grpSpPr>
            <a:xfrm rot="0">
              <a:off x="486556" y="10672525"/>
              <a:ext cx="63500" cy="1669468"/>
              <a:chOff x="0" y="0"/>
              <a:chExt cx="12543" cy="329771"/>
            </a:xfrm>
          </p:grpSpPr>
          <p:sp>
            <p:nvSpPr>
              <p:cNvPr name="Freeform 29" id="29"/>
              <p:cNvSpPr/>
              <p:nvPr/>
            </p:nvSpPr>
            <p:spPr>
              <a:xfrm flipH="false" flipV="false" rot="0">
                <a:off x="0" y="0"/>
                <a:ext cx="12543" cy="329771"/>
              </a:xfrm>
              <a:custGeom>
                <a:avLst/>
                <a:gdLst/>
                <a:ahLst/>
                <a:cxnLst/>
                <a:rect r="r" b="b" t="t" l="l"/>
                <a:pathLst>
                  <a:path h="329771" w="12543">
                    <a:moveTo>
                      <a:pt x="0" y="0"/>
                    </a:moveTo>
                    <a:lnTo>
                      <a:pt x="12543" y="0"/>
                    </a:lnTo>
                    <a:lnTo>
                      <a:pt x="12543" y="329771"/>
                    </a:lnTo>
                    <a:lnTo>
                      <a:pt x="0" y="329771"/>
                    </a:lnTo>
                    <a:close/>
                  </a:path>
                </a:pathLst>
              </a:custGeom>
              <a:solidFill>
                <a:srgbClr val="17415F"/>
              </a:solidFill>
            </p:spPr>
          </p:sp>
          <p:sp>
            <p:nvSpPr>
              <p:cNvPr name="TextBox 30" id="30"/>
              <p:cNvSpPr txBox="true"/>
              <p:nvPr/>
            </p:nvSpPr>
            <p:spPr>
              <a:xfrm>
                <a:off x="0" y="-38100"/>
                <a:ext cx="12543" cy="367871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grpSp>
          <p:nvGrpSpPr>
            <p:cNvPr name="Group 31" id="31"/>
            <p:cNvGrpSpPr/>
            <p:nvPr/>
          </p:nvGrpSpPr>
          <p:grpSpPr>
            <a:xfrm rot="-5400000">
              <a:off x="3304817" y="9486262"/>
              <a:ext cx="63500" cy="5647961"/>
              <a:chOff x="0" y="0"/>
              <a:chExt cx="12543" cy="1115647"/>
            </a:xfrm>
          </p:grpSpPr>
          <p:sp>
            <p:nvSpPr>
              <p:cNvPr name="Freeform 32" id="32"/>
              <p:cNvSpPr/>
              <p:nvPr/>
            </p:nvSpPr>
            <p:spPr>
              <a:xfrm flipH="false" flipV="false" rot="0">
                <a:off x="0" y="0"/>
                <a:ext cx="12543" cy="1115647"/>
              </a:xfrm>
              <a:custGeom>
                <a:avLst/>
                <a:gdLst/>
                <a:ahLst/>
                <a:cxnLst/>
                <a:rect r="r" b="b" t="t" l="l"/>
                <a:pathLst>
                  <a:path h="1115647" w="12543">
                    <a:moveTo>
                      <a:pt x="0" y="0"/>
                    </a:moveTo>
                    <a:lnTo>
                      <a:pt x="12543" y="0"/>
                    </a:lnTo>
                    <a:lnTo>
                      <a:pt x="12543" y="1115647"/>
                    </a:lnTo>
                    <a:lnTo>
                      <a:pt x="0" y="1115647"/>
                    </a:lnTo>
                    <a:close/>
                  </a:path>
                </a:pathLst>
              </a:custGeom>
              <a:solidFill>
                <a:srgbClr val="17415F"/>
              </a:solidFill>
            </p:spPr>
          </p:sp>
          <p:sp>
            <p:nvSpPr>
              <p:cNvPr name="TextBox 33" id="33"/>
              <p:cNvSpPr txBox="true"/>
              <p:nvPr/>
            </p:nvSpPr>
            <p:spPr>
              <a:xfrm>
                <a:off x="0" y="-38100"/>
                <a:ext cx="12543" cy="1153747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</p:grpSp>
      <p:grpSp>
        <p:nvGrpSpPr>
          <p:cNvPr name="Group 34" id="34"/>
          <p:cNvGrpSpPr/>
          <p:nvPr/>
        </p:nvGrpSpPr>
        <p:grpSpPr>
          <a:xfrm rot="0">
            <a:off x="13955824" y="6587618"/>
            <a:ext cx="6666800" cy="4085592"/>
            <a:chOff x="0" y="0"/>
            <a:chExt cx="8889067" cy="5447455"/>
          </a:xfrm>
        </p:grpSpPr>
        <p:grpSp>
          <p:nvGrpSpPr>
            <p:cNvPr name="Group 35" id="35"/>
            <p:cNvGrpSpPr/>
            <p:nvPr/>
          </p:nvGrpSpPr>
          <p:grpSpPr>
            <a:xfrm rot="-10800000">
              <a:off x="2663403" y="0"/>
              <a:ext cx="6225663" cy="5447455"/>
              <a:chOff x="0" y="0"/>
              <a:chExt cx="812800" cy="711200"/>
            </a:xfrm>
          </p:grpSpPr>
          <p:sp>
            <p:nvSpPr>
              <p:cNvPr name="Freeform 36" id="36"/>
              <p:cNvSpPr/>
              <p:nvPr/>
            </p:nvSpPr>
            <p:spPr>
              <a:xfrm flipH="false" flipV="false" rot="0">
                <a:off x="0" y="0"/>
                <a:ext cx="812800" cy="711200"/>
              </a:xfrm>
              <a:custGeom>
                <a:avLst/>
                <a:gdLst/>
                <a:ahLst/>
                <a:cxnLst/>
                <a:rect r="r" b="b" t="t" l="l"/>
                <a:pathLst>
                  <a:path h="711200" w="812800">
                    <a:moveTo>
                      <a:pt x="406400" y="711200"/>
                    </a:moveTo>
                    <a:lnTo>
                      <a:pt x="812800" y="0"/>
                    </a:lnTo>
                    <a:lnTo>
                      <a:pt x="0" y="0"/>
                    </a:lnTo>
                    <a:lnTo>
                      <a:pt x="406400" y="711200"/>
                    </a:lnTo>
                    <a:close/>
                  </a:path>
                </a:pathLst>
              </a:custGeom>
              <a:solidFill>
                <a:srgbClr val="6B7A8C"/>
              </a:solidFill>
            </p:spPr>
          </p:sp>
          <p:sp>
            <p:nvSpPr>
              <p:cNvPr name="TextBox 37" id="37"/>
              <p:cNvSpPr txBox="true"/>
              <p:nvPr/>
            </p:nvSpPr>
            <p:spPr>
              <a:xfrm>
                <a:off x="127000" y="12700"/>
                <a:ext cx="558800" cy="36830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grpSp>
          <p:nvGrpSpPr>
            <p:cNvPr name="Group 38" id="38"/>
            <p:cNvGrpSpPr/>
            <p:nvPr/>
          </p:nvGrpSpPr>
          <p:grpSpPr>
            <a:xfrm rot="-10800000">
              <a:off x="0" y="3821268"/>
              <a:ext cx="5776235" cy="1261779"/>
              <a:chOff x="0" y="0"/>
              <a:chExt cx="1140985" cy="249240"/>
            </a:xfrm>
          </p:grpSpPr>
          <p:sp>
            <p:nvSpPr>
              <p:cNvPr name="Freeform 39" id="39"/>
              <p:cNvSpPr/>
              <p:nvPr/>
            </p:nvSpPr>
            <p:spPr>
              <a:xfrm flipH="false" flipV="false" rot="0">
                <a:off x="0" y="0"/>
                <a:ext cx="1140985" cy="249240"/>
              </a:xfrm>
              <a:custGeom>
                <a:avLst/>
                <a:gdLst/>
                <a:ahLst/>
                <a:cxnLst/>
                <a:rect r="r" b="b" t="t" l="l"/>
                <a:pathLst>
                  <a:path h="249240" w="1140985">
                    <a:moveTo>
                      <a:pt x="203200" y="0"/>
                    </a:moveTo>
                    <a:lnTo>
                      <a:pt x="1140985" y="0"/>
                    </a:lnTo>
                    <a:lnTo>
                      <a:pt x="937785" y="249240"/>
                    </a:lnTo>
                    <a:lnTo>
                      <a:pt x="0" y="249240"/>
                    </a:lnTo>
                    <a:lnTo>
                      <a:pt x="203200" y="0"/>
                    </a:lnTo>
                    <a:close/>
                  </a:path>
                </a:pathLst>
              </a:custGeom>
              <a:solidFill>
                <a:srgbClr val="88A5C4"/>
              </a:solidFill>
            </p:spPr>
          </p:sp>
          <p:sp>
            <p:nvSpPr>
              <p:cNvPr name="TextBox 40" id="40"/>
              <p:cNvSpPr txBox="true"/>
              <p:nvPr/>
            </p:nvSpPr>
            <p:spPr>
              <a:xfrm>
                <a:off x="101600" y="-38100"/>
                <a:ext cx="937785" cy="28734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</p:grpSp>
      <p:grpSp>
        <p:nvGrpSpPr>
          <p:cNvPr name="Group 41" id="41"/>
          <p:cNvGrpSpPr/>
          <p:nvPr/>
        </p:nvGrpSpPr>
        <p:grpSpPr>
          <a:xfrm rot="-10800000">
            <a:off x="-2304700" y="-378866"/>
            <a:ext cx="6666800" cy="4085592"/>
            <a:chOff x="0" y="0"/>
            <a:chExt cx="8889067" cy="5447455"/>
          </a:xfrm>
        </p:grpSpPr>
        <p:grpSp>
          <p:nvGrpSpPr>
            <p:cNvPr name="Group 42" id="42"/>
            <p:cNvGrpSpPr/>
            <p:nvPr/>
          </p:nvGrpSpPr>
          <p:grpSpPr>
            <a:xfrm rot="-10800000">
              <a:off x="2663403" y="0"/>
              <a:ext cx="6225663" cy="5447455"/>
              <a:chOff x="0" y="0"/>
              <a:chExt cx="812800" cy="711200"/>
            </a:xfrm>
          </p:grpSpPr>
          <p:sp>
            <p:nvSpPr>
              <p:cNvPr name="Freeform 43" id="43"/>
              <p:cNvSpPr/>
              <p:nvPr/>
            </p:nvSpPr>
            <p:spPr>
              <a:xfrm flipH="false" flipV="false" rot="0">
                <a:off x="0" y="0"/>
                <a:ext cx="812800" cy="711200"/>
              </a:xfrm>
              <a:custGeom>
                <a:avLst/>
                <a:gdLst/>
                <a:ahLst/>
                <a:cxnLst/>
                <a:rect r="r" b="b" t="t" l="l"/>
                <a:pathLst>
                  <a:path h="711200" w="812800">
                    <a:moveTo>
                      <a:pt x="406400" y="711200"/>
                    </a:moveTo>
                    <a:lnTo>
                      <a:pt x="812800" y="0"/>
                    </a:lnTo>
                    <a:lnTo>
                      <a:pt x="0" y="0"/>
                    </a:lnTo>
                    <a:lnTo>
                      <a:pt x="406400" y="711200"/>
                    </a:lnTo>
                    <a:close/>
                  </a:path>
                </a:pathLst>
              </a:custGeom>
              <a:solidFill>
                <a:srgbClr val="6B7A8C"/>
              </a:solidFill>
            </p:spPr>
          </p:sp>
          <p:sp>
            <p:nvSpPr>
              <p:cNvPr name="TextBox 44" id="44"/>
              <p:cNvSpPr txBox="true"/>
              <p:nvPr/>
            </p:nvSpPr>
            <p:spPr>
              <a:xfrm>
                <a:off x="127000" y="12700"/>
                <a:ext cx="558800" cy="36830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grpSp>
          <p:nvGrpSpPr>
            <p:cNvPr name="Group 45" id="45"/>
            <p:cNvGrpSpPr/>
            <p:nvPr/>
          </p:nvGrpSpPr>
          <p:grpSpPr>
            <a:xfrm rot="-10800000">
              <a:off x="0" y="3821268"/>
              <a:ext cx="5776235" cy="1261779"/>
              <a:chOff x="0" y="0"/>
              <a:chExt cx="1140985" cy="249240"/>
            </a:xfrm>
          </p:grpSpPr>
          <p:sp>
            <p:nvSpPr>
              <p:cNvPr name="Freeform 46" id="46"/>
              <p:cNvSpPr/>
              <p:nvPr/>
            </p:nvSpPr>
            <p:spPr>
              <a:xfrm flipH="false" flipV="false" rot="0">
                <a:off x="0" y="0"/>
                <a:ext cx="1140985" cy="249240"/>
              </a:xfrm>
              <a:custGeom>
                <a:avLst/>
                <a:gdLst/>
                <a:ahLst/>
                <a:cxnLst/>
                <a:rect r="r" b="b" t="t" l="l"/>
                <a:pathLst>
                  <a:path h="249240" w="1140985">
                    <a:moveTo>
                      <a:pt x="203200" y="0"/>
                    </a:moveTo>
                    <a:lnTo>
                      <a:pt x="1140985" y="0"/>
                    </a:lnTo>
                    <a:lnTo>
                      <a:pt x="937785" y="249240"/>
                    </a:lnTo>
                    <a:lnTo>
                      <a:pt x="0" y="249240"/>
                    </a:lnTo>
                    <a:lnTo>
                      <a:pt x="203200" y="0"/>
                    </a:lnTo>
                    <a:close/>
                  </a:path>
                </a:pathLst>
              </a:custGeom>
              <a:solidFill>
                <a:srgbClr val="88A5C4"/>
              </a:solidFill>
            </p:spPr>
          </p:sp>
          <p:sp>
            <p:nvSpPr>
              <p:cNvPr name="TextBox 47" id="47"/>
              <p:cNvSpPr txBox="true"/>
              <p:nvPr/>
            </p:nvSpPr>
            <p:spPr>
              <a:xfrm>
                <a:off x="101600" y="-38100"/>
                <a:ext cx="937785" cy="28734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grpSp>
          <p:nvGrpSpPr>
            <p:cNvPr name="Group 48" id="48"/>
            <p:cNvGrpSpPr/>
            <p:nvPr/>
          </p:nvGrpSpPr>
          <p:grpSpPr>
            <a:xfrm rot="-10800000">
              <a:off x="3094536" y="2203713"/>
              <a:ext cx="1551081" cy="1357196"/>
              <a:chOff x="0" y="0"/>
              <a:chExt cx="812800" cy="711200"/>
            </a:xfrm>
          </p:grpSpPr>
          <p:sp>
            <p:nvSpPr>
              <p:cNvPr name="Freeform 49" id="49"/>
              <p:cNvSpPr/>
              <p:nvPr/>
            </p:nvSpPr>
            <p:spPr>
              <a:xfrm flipH="false" flipV="false" rot="0">
                <a:off x="0" y="0"/>
                <a:ext cx="812800" cy="711200"/>
              </a:xfrm>
              <a:custGeom>
                <a:avLst/>
                <a:gdLst/>
                <a:ahLst/>
                <a:cxnLst/>
                <a:rect r="r" b="b" t="t" l="l"/>
                <a:pathLst>
                  <a:path h="711200" w="812800">
                    <a:moveTo>
                      <a:pt x="406400" y="711200"/>
                    </a:moveTo>
                    <a:lnTo>
                      <a:pt x="812800" y="0"/>
                    </a:lnTo>
                    <a:lnTo>
                      <a:pt x="0" y="0"/>
                    </a:lnTo>
                    <a:lnTo>
                      <a:pt x="406400" y="711200"/>
                    </a:lnTo>
                    <a:close/>
                  </a:path>
                </a:pathLst>
              </a:custGeom>
              <a:solidFill>
                <a:srgbClr val="A5B4C7"/>
              </a:solidFill>
            </p:spPr>
          </p:sp>
          <p:sp>
            <p:nvSpPr>
              <p:cNvPr name="TextBox 50" id="50"/>
              <p:cNvSpPr txBox="true"/>
              <p:nvPr/>
            </p:nvSpPr>
            <p:spPr>
              <a:xfrm>
                <a:off x="127000" y="12700"/>
                <a:ext cx="558800" cy="36830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</p:grpSp>
      <p:sp>
        <p:nvSpPr>
          <p:cNvPr name="Freeform 51" id="51"/>
          <p:cNvSpPr/>
          <p:nvPr/>
        </p:nvSpPr>
        <p:spPr>
          <a:xfrm flipH="false" flipV="false" rot="0">
            <a:off x="790826" y="2529793"/>
            <a:ext cx="16498398" cy="6460810"/>
          </a:xfrm>
          <a:custGeom>
            <a:avLst/>
            <a:gdLst/>
            <a:ahLst/>
            <a:cxnLst/>
            <a:rect r="r" b="b" t="t" l="l"/>
            <a:pathLst>
              <a:path h="6460810" w="16498398">
                <a:moveTo>
                  <a:pt x="0" y="0"/>
                </a:moveTo>
                <a:lnTo>
                  <a:pt x="16498398" y="0"/>
                </a:lnTo>
                <a:lnTo>
                  <a:pt x="16498398" y="6460811"/>
                </a:lnTo>
                <a:lnTo>
                  <a:pt x="0" y="6460811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366" t="0" r="-366" b="0"/>
            </a:stretch>
          </a:blipFill>
        </p:spPr>
      </p:sp>
      <p:sp>
        <p:nvSpPr>
          <p:cNvPr name="TextBox 52" id="52"/>
          <p:cNvSpPr txBox="true"/>
          <p:nvPr/>
        </p:nvSpPr>
        <p:spPr>
          <a:xfrm rot="0">
            <a:off x="2079579" y="885825"/>
            <a:ext cx="15179721" cy="12033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9800"/>
              </a:lnSpc>
            </a:pPr>
            <a:r>
              <a:rPr lang="en-US" b="true" sz="7000">
                <a:solidFill>
                  <a:srgbClr val="3E526A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SYSTEM ARCHITECTURE DIAGRAM</a:t>
            </a:r>
          </a:p>
        </p:txBody>
      </p:sp>
    </p:spTree>
  </p:cSld>
  <p:clrMapOvr>
    <a:masterClrMapping/>
  </p:clrMapOvr>
</p:sld>
</file>

<file path=ppt/slides/slide1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gradFill rotWithShape="true">
          <a:gsLst>
            <a:gs pos="0">
              <a:srgbClr val="FBFBFB">
                <a:alpha val="100000"/>
              </a:srgbClr>
            </a:gs>
            <a:gs pos="33333">
              <a:srgbClr val="F1F1F1">
                <a:alpha val="66500"/>
              </a:srgbClr>
            </a:gs>
            <a:gs pos="66667">
              <a:srgbClr val="E9E9E9">
                <a:alpha val="67000"/>
              </a:srgbClr>
            </a:gs>
            <a:gs pos="100000">
              <a:srgbClr val="E0E1E3">
                <a:alpha val="25000"/>
              </a:srgbClr>
            </a:gs>
          </a:gsLst>
          <a:lin ang="540000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-1039392">
            <a:off x="-5599131" y="-3928144"/>
            <a:ext cx="29486263" cy="18143288"/>
            <a:chOff x="0" y="0"/>
            <a:chExt cx="39315017" cy="24191051"/>
          </a:xfrm>
        </p:grpSpPr>
        <p:sp>
          <p:nvSpPr>
            <p:cNvPr name="Freeform 3" id="3"/>
            <p:cNvSpPr/>
            <p:nvPr/>
          </p:nvSpPr>
          <p:spPr>
            <a:xfrm flipH="false" flipV="true" rot="0">
              <a:off x="10693806" y="890869"/>
              <a:ext cx="13700313" cy="12738888"/>
            </a:xfrm>
            <a:custGeom>
              <a:avLst/>
              <a:gdLst/>
              <a:ahLst/>
              <a:cxnLst/>
              <a:rect r="r" b="b" t="t" l="l"/>
              <a:pathLst>
                <a:path h="12738888" w="13700313">
                  <a:moveTo>
                    <a:pt x="0" y="12738888"/>
                  </a:moveTo>
                  <a:lnTo>
                    <a:pt x="13700313" y="12738888"/>
                  </a:lnTo>
                  <a:lnTo>
                    <a:pt x="13700313" y="0"/>
                  </a:lnTo>
                  <a:lnTo>
                    <a:pt x="0" y="0"/>
                  </a:lnTo>
                  <a:lnTo>
                    <a:pt x="0" y="12738888"/>
                  </a:lnTo>
                  <a:close/>
                </a:path>
              </a:pathLst>
            </a:custGeom>
            <a:blipFill>
              <a:blip r:embed="rId2">
                <a:alphaModFix amt="10999"/>
              </a:blip>
              <a:stretch>
                <a:fillRect l="0" t="0" r="0" b="0"/>
              </a:stretch>
            </a:blipFill>
          </p:spPr>
        </p:sp>
        <p:sp>
          <p:nvSpPr>
            <p:cNvPr name="Freeform 4" id="4"/>
            <p:cNvSpPr/>
            <p:nvPr/>
          </p:nvSpPr>
          <p:spPr>
            <a:xfrm flipH="false" flipV="true" rot="0">
              <a:off x="21387611" y="0"/>
              <a:ext cx="13700313" cy="12738888"/>
            </a:xfrm>
            <a:custGeom>
              <a:avLst/>
              <a:gdLst/>
              <a:ahLst/>
              <a:cxnLst/>
              <a:rect r="r" b="b" t="t" l="l"/>
              <a:pathLst>
                <a:path h="12738888" w="13700313">
                  <a:moveTo>
                    <a:pt x="0" y="12738888"/>
                  </a:moveTo>
                  <a:lnTo>
                    <a:pt x="13700314" y="12738888"/>
                  </a:lnTo>
                  <a:lnTo>
                    <a:pt x="13700314" y="0"/>
                  </a:lnTo>
                  <a:lnTo>
                    <a:pt x="0" y="0"/>
                  </a:lnTo>
                  <a:lnTo>
                    <a:pt x="0" y="12738888"/>
                  </a:lnTo>
                  <a:close/>
                </a:path>
              </a:pathLst>
            </a:custGeom>
            <a:blipFill>
              <a:blip r:embed="rId2">
                <a:alphaModFix amt="10999"/>
              </a:blip>
              <a:stretch>
                <a:fillRect l="0" t="0" r="0" b="0"/>
              </a:stretch>
            </a:blipFill>
          </p:spPr>
        </p:sp>
        <p:sp>
          <p:nvSpPr>
            <p:cNvPr name="Freeform 5" id="5"/>
            <p:cNvSpPr/>
            <p:nvPr/>
          </p:nvSpPr>
          <p:spPr>
            <a:xfrm flipH="true" flipV="false" rot="0">
              <a:off x="25614703" y="9670425"/>
              <a:ext cx="13700313" cy="12738888"/>
            </a:xfrm>
            <a:custGeom>
              <a:avLst/>
              <a:gdLst/>
              <a:ahLst/>
              <a:cxnLst/>
              <a:rect r="r" b="b" t="t" l="l"/>
              <a:pathLst>
                <a:path h="12738888" w="13700313">
                  <a:moveTo>
                    <a:pt x="13700314" y="0"/>
                  </a:moveTo>
                  <a:lnTo>
                    <a:pt x="0" y="0"/>
                  </a:lnTo>
                  <a:lnTo>
                    <a:pt x="0" y="12738888"/>
                  </a:lnTo>
                  <a:lnTo>
                    <a:pt x="13700314" y="12738888"/>
                  </a:lnTo>
                  <a:lnTo>
                    <a:pt x="13700314" y="0"/>
                  </a:lnTo>
                  <a:close/>
                </a:path>
              </a:pathLst>
            </a:custGeom>
            <a:blipFill>
              <a:blip r:embed="rId2">
                <a:alphaModFix amt="10999"/>
              </a:blip>
              <a:stretch>
                <a:fillRect l="0" t="0" r="0" b="0"/>
              </a:stretch>
            </a:blipFill>
          </p:spPr>
        </p:sp>
        <p:sp>
          <p:nvSpPr>
            <p:cNvPr name="Freeform 6" id="6"/>
            <p:cNvSpPr/>
            <p:nvPr/>
          </p:nvSpPr>
          <p:spPr>
            <a:xfrm flipH="true" flipV="false" rot="0">
              <a:off x="14920898" y="10561294"/>
              <a:ext cx="13700313" cy="12738888"/>
            </a:xfrm>
            <a:custGeom>
              <a:avLst/>
              <a:gdLst/>
              <a:ahLst/>
              <a:cxnLst/>
              <a:rect r="r" b="b" t="t" l="l"/>
              <a:pathLst>
                <a:path h="12738888" w="13700313">
                  <a:moveTo>
                    <a:pt x="13700313" y="0"/>
                  </a:moveTo>
                  <a:lnTo>
                    <a:pt x="0" y="0"/>
                  </a:lnTo>
                  <a:lnTo>
                    <a:pt x="0" y="12738888"/>
                  </a:lnTo>
                  <a:lnTo>
                    <a:pt x="13700313" y="12738888"/>
                  </a:lnTo>
                  <a:lnTo>
                    <a:pt x="13700313" y="0"/>
                  </a:lnTo>
                  <a:close/>
                </a:path>
              </a:pathLst>
            </a:custGeom>
            <a:blipFill>
              <a:blip r:embed="rId2">
                <a:alphaModFix amt="10999"/>
              </a:blip>
              <a:stretch>
                <a:fillRect l="0" t="0" r="0" b="0"/>
              </a:stretch>
            </a:blipFill>
          </p:spPr>
        </p:sp>
        <p:sp>
          <p:nvSpPr>
            <p:cNvPr name="Freeform 7" id="7"/>
            <p:cNvSpPr/>
            <p:nvPr/>
          </p:nvSpPr>
          <p:spPr>
            <a:xfrm flipH="false" flipV="true" rot="0">
              <a:off x="0" y="1781739"/>
              <a:ext cx="13700313" cy="12738888"/>
            </a:xfrm>
            <a:custGeom>
              <a:avLst/>
              <a:gdLst/>
              <a:ahLst/>
              <a:cxnLst/>
              <a:rect r="r" b="b" t="t" l="l"/>
              <a:pathLst>
                <a:path h="12738888" w="13700313">
                  <a:moveTo>
                    <a:pt x="0" y="12738888"/>
                  </a:moveTo>
                  <a:lnTo>
                    <a:pt x="13700313" y="12738888"/>
                  </a:lnTo>
                  <a:lnTo>
                    <a:pt x="13700313" y="0"/>
                  </a:lnTo>
                  <a:lnTo>
                    <a:pt x="0" y="0"/>
                  </a:lnTo>
                  <a:lnTo>
                    <a:pt x="0" y="12738888"/>
                  </a:lnTo>
                  <a:close/>
                </a:path>
              </a:pathLst>
            </a:custGeom>
            <a:blipFill>
              <a:blip r:embed="rId2">
                <a:alphaModFix amt="10999"/>
              </a:blip>
              <a:stretch>
                <a:fillRect l="0" t="0" r="0" b="0"/>
              </a:stretch>
            </a:blipFill>
          </p:spPr>
        </p:sp>
        <p:sp>
          <p:nvSpPr>
            <p:cNvPr name="Freeform 8" id="8"/>
            <p:cNvSpPr/>
            <p:nvPr/>
          </p:nvSpPr>
          <p:spPr>
            <a:xfrm flipH="true" flipV="false" rot="0">
              <a:off x="4227092" y="11452163"/>
              <a:ext cx="13700313" cy="12738888"/>
            </a:xfrm>
            <a:custGeom>
              <a:avLst/>
              <a:gdLst/>
              <a:ahLst/>
              <a:cxnLst/>
              <a:rect r="r" b="b" t="t" l="l"/>
              <a:pathLst>
                <a:path h="12738888" w="13700313">
                  <a:moveTo>
                    <a:pt x="13700313" y="0"/>
                  </a:moveTo>
                  <a:lnTo>
                    <a:pt x="0" y="0"/>
                  </a:lnTo>
                  <a:lnTo>
                    <a:pt x="0" y="12738888"/>
                  </a:lnTo>
                  <a:lnTo>
                    <a:pt x="13700313" y="12738888"/>
                  </a:lnTo>
                  <a:lnTo>
                    <a:pt x="13700313" y="0"/>
                  </a:lnTo>
                  <a:close/>
                </a:path>
              </a:pathLst>
            </a:custGeom>
            <a:blipFill>
              <a:blip r:embed="rId2">
                <a:alphaModFix amt="10999"/>
              </a:blip>
              <a:stretch>
                <a:fillRect l="0" t="0" r="0" b="0"/>
              </a:stretch>
            </a:blipFill>
          </p:spPr>
        </p:sp>
      </p:grpSp>
      <p:grpSp>
        <p:nvGrpSpPr>
          <p:cNvPr name="Group 9" id="9"/>
          <p:cNvGrpSpPr/>
          <p:nvPr/>
        </p:nvGrpSpPr>
        <p:grpSpPr>
          <a:xfrm rot="0">
            <a:off x="328767" y="360263"/>
            <a:ext cx="17630466" cy="9566473"/>
            <a:chOff x="0" y="0"/>
            <a:chExt cx="23507288" cy="12755298"/>
          </a:xfrm>
        </p:grpSpPr>
        <p:grpSp>
          <p:nvGrpSpPr>
            <p:cNvPr name="Group 10" id="10"/>
            <p:cNvGrpSpPr/>
            <p:nvPr/>
          </p:nvGrpSpPr>
          <p:grpSpPr>
            <a:xfrm rot="0">
              <a:off x="0" y="7832412"/>
              <a:ext cx="63500" cy="4922886"/>
              <a:chOff x="0" y="0"/>
              <a:chExt cx="12543" cy="972422"/>
            </a:xfrm>
          </p:grpSpPr>
          <p:sp>
            <p:nvSpPr>
              <p:cNvPr name="Freeform 11" id="11"/>
              <p:cNvSpPr/>
              <p:nvPr/>
            </p:nvSpPr>
            <p:spPr>
              <a:xfrm flipH="false" flipV="false" rot="0">
                <a:off x="0" y="0"/>
                <a:ext cx="12543" cy="972422"/>
              </a:xfrm>
              <a:custGeom>
                <a:avLst/>
                <a:gdLst/>
                <a:ahLst/>
                <a:cxnLst/>
                <a:rect r="r" b="b" t="t" l="l"/>
                <a:pathLst>
                  <a:path h="972422" w="12543">
                    <a:moveTo>
                      <a:pt x="0" y="0"/>
                    </a:moveTo>
                    <a:lnTo>
                      <a:pt x="12543" y="0"/>
                    </a:lnTo>
                    <a:lnTo>
                      <a:pt x="12543" y="972422"/>
                    </a:lnTo>
                    <a:lnTo>
                      <a:pt x="0" y="972422"/>
                    </a:lnTo>
                    <a:close/>
                  </a:path>
                </a:pathLst>
              </a:custGeom>
              <a:solidFill>
                <a:srgbClr val="17415F"/>
              </a:solidFill>
            </p:spPr>
          </p:sp>
          <p:sp>
            <p:nvSpPr>
              <p:cNvPr name="TextBox 12" id="12"/>
              <p:cNvSpPr txBox="true"/>
              <p:nvPr/>
            </p:nvSpPr>
            <p:spPr>
              <a:xfrm>
                <a:off x="0" y="-38100"/>
                <a:ext cx="12543" cy="1010522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grpSp>
          <p:nvGrpSpPr>
            <p:cNvPr name="Group 13" id="13"/>
            <p:cNvGrpSpPr/>
            <p:nvPr/>
          </p:nvGrpSpPr>
          <p:grpSpPr>
            <a:xfrm rot="-5400000">
              <a:off x="6920832" y="5834466"/>
              <a:ext cx="63500" cy="13778164"/>
              <a:chOff x="0" y="0"/>
              <a:chExt cx="12543" cy="2721613"/>
            </a:xfrm>
          </p:grpSpPr>
          <p:sp>
            <p:nvSpPr>
              <p:cNvPr name="Freeform 14" id="14"/>
              <p:cNvSpPr/>
              <p:nvPr/>
            </p:nvSpPr>
            <p:spPr>
              <a:xfrm flipH="false" flipV="false" rot="0">
                <a:off x="0" y="0"/>
                <a:ext cx="12543" cy="2721613"/>
              </a:xfrm>
              <a:custGeom>
                <a:avLst/>
                <a:gdLst/>
                <a:ahLst/>
                <a:cxnLst/>
                <a:rect r="r" b="b" t="t" l="l"/>
                <a:pathLst>
                  <a:path h="2721613" w="12543">
                    <a:moveTo>
                      <a:pt x="0" y="0"/>
                    </a:moveTo>
                    <a:lnTo>
                      <a:pt x="12543" y="0"/>
                    </a:lnTo>
                    <a:lnTo>
                      <a:pt x="12543" y="2721613"/>
                    </a:lnTo>
                    <a:lnTo>
                      <a:pt x="0" y="2721613"/>
                    </a:lnTo>
                    <a:close/>
                  </a:path>
                </a:pathLst>
              </a:custGeom>
              <a:solidFill>
                <a:srgbClr val="17415F"/>
              </a:solidFill>
            </p:spPr>
          </p:sp>
          <p:sp>
            <p:nvSpPr>
              <p:cNvPr name="TextBox 15" id="15"/>
              <p:cNvSpPr txBox="true"/>
              <p:nvPr/>
            </p:nvSpPr>
            <p:spPr>
              <a:xfrm>
                <a:off x="0" y="-38100"/>
                <a:ext cx="12543" cy="2759713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grpSp>
          <p:nvGrpSpPr>
            <p:cNvPr name="Group 16" id="16"/>
            <p:cNvGrpSpPr/>
            <p:nvPr/>
          </p:nvGrpSpPr>
          <p:grpSpPr>
            <a:xfrm rot="-10800000">
              <a:off x="23443788" y="0"/>
              <a:ext cx="63500" cy="4922886"/>
              <a:chOff x="0" y="0"/>
              <a:chExt cx="12543" cy="972422"/>
            </a:xfrm>
          </p:grpSpPr>
          <p:sp>
            <p:nvSpPr>
              <p:cNvPr name="Freeform 17" id="17"/>
              <p:cNvSpPr/>
              <p:nvPr/>
            </p:nvSpPr>
            <p:spPr>
              <a:xfrm flipH="false" flipV="false" rot="0">
                <a:off x="0" y="0"/>
                <a:ext cx="12543" cy="972422"/>
              </a:xfrm>
              <a:custGeom>
                <a:avLst/>
                <a:gdLst/>
                <a:ahLst/>
                <a:cxnLst/>
                <a:rect r="r" b="b" t="t" l="l"/>
                <a:pathLst>
                  <a:path h="972422" w="12543">
                    <a:moveTo>
                      <a:pt x="0" y="0"/>
                    </a:moveTo>
                    <a:lnTo>
                      <a:pt x="12543" y="0"/>
                    </a:lnTo>
                    <a:lnTo>
                      <a:pt x="12543" y="972422"/>
                    </a:lnTo>
                    <a:lnTo>
                      <a:pt x="0" y="972422"/>
                    </a:lnTo>
                    <a:close/>
                  </a:path>
                </a:pathLst>
              </a:custGeom>
              <a:solidFill>
                <a:srgbClr val="17415F"/>
              </a:solidFill>
            </p:spPr>
          </p:sp>
          <p:sp>
            <p:nvSpPr>
              <p:cNvPr name="TextBox 18" id="18"/>
              <p:cNvSpPr txBox="true"/>
              <p:nvPr/>
            </p:nvSpPr>
            <p:spPr>
              <a:xfrm>
                <a:off x="0" y="-38100"/>
                <a:ext cx="12543" cy="1010522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grpSp>
          <p:nvGrpSpPr>
            <p:cNvPr name="Group 19" id="19"/>
            <p:cNvGrpSpPr/>
            <p:nvPr/>
          </p:nvGrpSpPr>
          <p:grpSpPr>
            <a:xfrm rot="5400000">
              <a:off x="16522956" y="-6857332"/>
              <a:ext cx="63500" cy="13778164"/>
              <a:chOff x="0" y="0"/>
              <a:chExt cx="12543" cy="2721613"/>
            </a:xfrm>
          </p:grpSpPr>
          <p:sp>
            <p:nvSpPr>
              <p:cNvPr name="Freeform 20" id="20"/>
              <p:cNvSpPr/>
              <p:nvPr/>
            </p:nvSpPr>
            <p:spPr>
              <a:xfrm flipH="false" flipV="false" rot="0">
                <a:off x="0" y="0"/>
                <a:ext cx="12543" cy="2721613"/>
              </a:xfrm>
              <a:custGeom>
                <a:avLst/>
                <a:gdLst/>
                <a:ahLst/>
                <a:cxnLst/>
                <a:rect r="r" b="b" t="t" l="l"/>
                <a:pathLst>
                  <a:path h="2721613" w="12543">
                    <a:moveTo>
                      <a:pt x="0" y="0"/>
                    </a:moveTo>
                    <a:lnTo>
                      <a:pt x="12543" y="0"/>
                    </a:lnTo>
                    <a:lnTo>
                      <a:pt x="12543" y="2721613"/>
                    </a:lnTo>
                    <a:lnTo>
                      <a:pt x="0" y="2721613"/>
                    </a:lnTo>
                    <a:close/>
                  </a:path>
                </a:pathLst>
              </a:custGeom>
              <a:solidFill>
                <a:srgbClr val="17415F"/>
              </a:solidFill>
            </p:spPr>
          </p:sp>
          <p:sp>
            <p:nvSpPr>
              <p:cNvPr name="TextBox 21" id="21"/>
              <p:cNvSpPr txBox="true"/>
              <p:nvPr/>
            </p:nvSpPr>
            <p:spPr>
              <a:xfrm>
                <a:off x="0" y="-38100"/>
                <a:ext cx="12543" cy="2759713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grpSp>
          <p:nvGrpSpPr>
            <p:cNvPr name="Group 22" id="22"/>
            <p:cNvGrpSpPr/>
            <p:nvPr/>
          </p:nvGrpSpPr>
          <p:grpSpPr>
            <a:xfrm rot="-10800000">
              <a:off x="22957231" y="413305"/>
              <a:ext cx="63500" cy="1669468"/>
              <a:chOff x="0" y="0"/>
              <a:chExt cx="12543" cy="329771"/>
            </a:xfrm>
          </p:grpSpPr>
          <p:sp>
            <p:nvSpPr>
              <p:cNvPr name="Freeform 23" id="23"/>
              <p:cNvSpPr/>
              <p:nvPr/>
            </p:nvSpPr>
            <p:spPr>
              <a:xfrm flipH="false" flipV="false" rot="0">
                <a:off x="0" y="0"/>
                <a:ext cx="12543" cy="329771"/>
              </a:xfrm>
              <a:custGeom>
                <a:avLst/>
                <a:gdLst/>
                <a:ahLst/>
                <a:cxnLst/>
                <a:rect r="r" b="b" t="t" l="l"/>
                <a:pathLst>
                  <a:path h="329771" w="12543">
                    <a:moveTo>
                      <a:pt x="0" y="0"/>
                    </a:moveTo>
                    <a:lnTo>
                      <a:pt x="12543" y="0"/>
                    </a:lnTo>
                    <a:lnTo>
                      <a:pt x="12543" y="329771"/>
                    </a:lnTo>
                    <a:lnTo>
                      <a:pt x="0" y="329771"/>
                    </a:lnTo>
                    <a:close/>
                  </a:path>
                </a:pathLst>
              </a:custGeom>
              <a:solidFill>
                <a:srgbClr val="17415F"/>
              </a:solidFill>
            </p:spPr>
          </p:sp>
          <p:sp>
            <p:nvSpPr>
              <p:cNvPr name="TextBox 24" id="24"/>
              <p:cNvSpPr txBox="true"/>
              <p:nvPr/>
            </p:nvSpPr>
            <p:spPr>
              <a:xfrm>
                <a:off x="0" y="-38100"/>
                <a:ext cx="12543" cy="367871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grpSp>
          <p:nvGrpSpPr>
            <p:cNvPr name="Group 25" id="25"/>
            <p:cNvGrpSpPr/>
            <p:nvPr/>
          </p:nvGrpSpPr>
          <p:grpSpPr>
            <a:xfrm rot="5400000">
              <a:off x="20138971" y="-2378926"/>
              <a:ext cx="63500" cy="5647961"/>
              <a:chOff x="0" y="0"/>
              <a:chExt cx="12543" cy="1115647"/>
            </a:xfrm>
          </p:grpSpPr>
          <p:sp>
            <p:nvSpPr>
              <p:cNvPr name="Freeform 26" id="26"/>
              <p:cNvSpPr/>
              <p:nvPr/>
            </p:nvSpPr>
            <p:spPr>
              <a:xfrm flipH="false" flipV="false" rot="0">
                <a:off x="0" y="0"/>
                <a:ext cx="12543" cy="1115647"/>
              </a:xfrm>
              <a:custGeom>
                <a:avLst/>
                <a:gdLst/>
                <a:ahLst/>
                <a:cxnLst/>
                <a:rect r="r" b="b" t="t" l="l"/>
                <a:pathLst>
                  <a:path h="1115647" w="12543">
                    <a:moveTo>
                      <a:pt x="0" y="0"/>
                    </a:moveTo>
                    <a:lnTo>
                      <a:pt x="12543" y="0"/>
                    </a:lnTo>
                    <a:lnTo>
                      <a:pt x="12543" y="1115647"/>
                    </a:lnTo>
                    <a:lnTo>
                      <a:pt x="0" y="1115647"/>
                    </a:lnTo>
                    <a:close/>
                  </a:path>
                </a:pathLst>
              </a:custGeom>
              <a:solidFill>
                <a:srgbClr val="17415F"/>
              </a:solidFill>
            </p:spPr>
          </p:sp>
          <p:sp>
            <p:nvSpPr>
              <p:cNvPr name="TextBox 27" id="27"/>
              <p:cNvSpPr txBox="true"/>
              <p:nvPr/>
            </p:nvSpPr>
            <p:spPr>
              <a:xfrm>
                <a:off x="0" y="-38100"/>
                <a:ext cx="12543" cy="1153747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grpSp>
          <p:nvGrpSpPr>
            <p:cNvPr name="Group 28" id="28"/>
            <p:cNvGrpSpPr/>
            <p:nvPr/>
          </p:nvGrpSpPr>
          <p:grpSpPr>
            <a:xfrm rot="0">
              <a:off x="486556" y="10672525"/>
              <a:ext cx="63500" cy="1669468"/>
              <a:chOff x="0" y="0"/>
              <a:chExt cx="12543" cy="329771"/>
            </a:xfrm>
          </p:grpSpPr>
          <p:sp>
            <p:nvSpPr>
              <p:cNvPr name="Freeform 29" id="29"/>
              <p:cNvSpPr/>
              <p:nvPr/>
            </p:nvSpPr>
            <p:spPr>
              <a:xfrm flipH="false" flipV="false" rot="0">
                <a:off x="0" y="0"/>
                <a:ext cx="12543" cy="329771"/>
              </a:xfrm>
              <a:custGeom>
                <a:avLst/>
                <a:gdLst/>
                <a:ahLst/>
                <a:cxnLst/>
                <a:rect r="r" b="b" t="t" l="l"/>
                <a:pathLst>
                  <a:path h="329771" w="12543">
                    <a:moveTo>
                      <a:pt x="0" y="0"/>
                    </a:moveTo>
                    <a:lnTo>
                      <a:pt x="12543" y="0"/>
                    </a:lnTo>
                    <a:lnTo>
                      <a:pt x="12543" y="329771"/>
                    </a:lnTo>
                    <a:lnTo>
                      <a:pt x="0" y="329771"/>
                    </a:lnTo>
                    <a:close/>
                  </a:path>
                </a:pathLst>
              </a:custGeom>
              <a:solidFill>
                <a:srgbClr val="17415F"/>
              </a:solidFill>
            </p:spPr>
          </p:sp>
          <p:sp>
            <p:nvSpPr>
              <p:cNvPr name="TextBox 30" id="30"/>
              <p:cNvSpPr txBox="true"/>
              <p:nvPr/>
            </p:nvSpPr>
            <p:spPr>
              <a:xfrm>
                <a:off x="0" y="-38100"/>
                <a:ext cx="12543" cy="367871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grpSp>
          <p:nvGrpSpPr>
            <p:cNvPr name="Group 31" id="31"/>
            <p:cNvGrpSpPr/>
            <p:nvPr/>
          </p:nvGrpSpPr>
          <p:grpSpPr>
            <a:xfrm rot="-5400000">
              <a:off x="3304817" y="9486262"/>
              <a:ext cx="63500" cy="5647961"/>
              <a:chOff x="0" y="0"/>
              <a:chExt cx="12543" cy="1115647"/>
            </a:xfrm>
          </p:grpSpPr>
          <p:sp>
            <p:nvSpPr>
              <p:cNvPr name="Freeform 32" id="32"/>
              <p:cNvSpPr/>
              <p:nvPr/>
            </p:nvSpPr>
            <p:spPr>
              <a:xfrm flipH="false" flipV="false" rot="0">
                <a:off x="0" y="0"/>
                <a:ext cx="12543" cy="1115647"/>
              </a:xfrm>
              <a:custGeom>
                <a:avLst/>
                <a:gdLst/>
                <a:ahLst/>
                <a:cxnLst/>
                <a:rect r="r" b="b" t="t" l="l"/>
                <a:pathLst>
                  <a:path h="1115647" w="12543">
                    <a:moveTo>
                      <a:pt x="0" y="0"/>
                    </a:moveTo>
                    <a:lnTo>
                      <a:pt x="12543" y="0"/>
                    </a:lnTo>
                    <a:lnTo>
                      <a:pt x="12543" y="1115647"/>
                    </a:lnTo>
                    <a:lnTo>
                      <a:pt x="0" y="1115647"/>
                    </a:lnTo>
                    <a:close/>
                  </a:path>
                </a:pathLst>
              </a:custGeom>
              <a:solidFill>
                <a:srgbClr val="17415F"/>
              </a:solidFill>
            </p:spPr>
          </p:sp>
          <p:sp>
            <p:nvSpPr>
              <p:cNvPr name="TextBox 33" id="33"/>
              <p:cNvSpPr txBox="true"/>
              <p:nvPr/>
            </p:nvSpPr>
            <p:spPr>
              <a:xfrm>
                <a:off x="0" y="-38100"/>
                <a:ext cx="12543" cy="1153747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</p:grpSp>
      <p:grpSp>
        <p:nvGrpSpPr>
          <p:cNvPr name="Group 34" id="34"/>
          <p:cNvGrpSpPr/>
          <p:nvPr/>
        </p:nvGrpSpPr>
        <p:grpSpPr>
          <a:xfrm rot="0">
            <a:off x="12803055" y="4137633"/>
            <a:ext cx="7442351" cy="7080653"/>
            <a:chOff x="0" y="0"/>
            <a:chExt cx="9923135" cy="9440871"/>
          </a:xfrm>
        </p:grpSpPr>
        <p:grpSp>
          <p:nvGrpSpPr>
            <p:cNvPr name="Group 35" id="35"/>
            <p:cNvGrpSpPr/>
            <p:nvPr/>
          </p:nvGrpSpPr>
          <p:grpSpPr>
            <a:xfrm rot="-9976119">
              <a:off x="3967903" y="3239787"/>
              <a:ext cx="4106879" cy="4289407"/>
              <a:chOff x="0" y="0"/>
              <a:chExt cx="571500" cy="596900"/>
            </a:xfrm>
          </p:grpSpPr>
          <p:sp>
            <p:nvSpPr>
              <p:cNvPr name="Freeform 36" id="36"/>
              <p:cNvSpPr/>
              <p:nvPr/>
            </p:nvSpPr>
            <p:spPr>
              <a:xfrm flipH="false" flipV="false" rot="0">
                <a:off x="0" y="0"/>
                <a:ext cx="571500" cy="596900"/>
              </a:xfrm>
              <a:custGeom>
                <a:avLst/>
                <a:gdLst/>
                <a:ahLst/>
                <a:cxnLst/>
                <a:rect r="r" b="b" t="t" l="l"/>
                <a:pathLst>
                  <a:path h="596900" w="571500">
                    <a:moveTo>
                      <a:pt x="571500" y="596900"/>
                    </a:moveTo>
                    <a:lnTo>
                      <a:pt x="0" y="596900"/>
                    </a:lnTo>
                    <a:lnTo>
                      <a:pt x="0" y="0"/>
                    </a:lnTo>
                    <a:lnTo>
                      <a:pt x="571500" y="596900"/>
                    </a:lnTo>
                    <a:close/>
                  </a:path>
                </a:pathLst>
              </a:custGeom>
              <a:solidFill>
                <a:srgbClr val="A5B4C7"/>
              </a:solidFill>
            </p:spPr>
          </p:sp>
          <p:sp>
            <p:nvSpPr>
              <p:cNvPr name="TextBox 37" id="37"/>
              <p:cNvSpPr txBox="true"/>
              <p:nvPr/>
            </p:nvSpPr>
            <p:spPr>
              <a:xfrm>
                <a:off x="0" y="260350"/>
                <a:ext cx="285750" cy="335280"/>
              </a:xfrm>
              <a:prstGeom prst="rect">
                <a:avLst/>
              </a:prstGeom>
            </p:spPr>
            <p:txBody>
              <a:bodyPr anchor="ctr" rtlCol="false" tIns="52956" lIns="52956" bIns="52956" rIns="52956"/>
              <a:lstStyle/>
              <a:p>
                <a:pPr algn="ctr">
                  <a:lnSpc>
                    <a:spcPts val="2660"/>
                  </a:lnSpc>
                </a:pPr>
              </a:p>
            </p:txBody>
          </p:sp>
        </p:grpSp>
        <p:grpSp>
          <p:nvGrpSpPr>
            <p:cNvPr name="Group 38" id="38"/>
            <p:cNvGrpSpPr/>
            <p:nvPr/>
          </p:nvGrpSpPr>
          <p:grpSpPr>
            <a:xfrm rot="-10800000">
              <a:off x="3876639" y="5687640"/>
              <a:ext cx="4289407" cy="3753231"/>
              <a:chOff x="0" y="0"/>
              <a:chExt cx="812800" cy="711200"/>
            </a:xfrm>
          </p:grpSpPr>
          <p:sp>
            <p:nvSpPr>
              <p:cNvPr name="Freeform 39" id="39"/>
              <p:cNvSpPr/>
              <p:nvPr/>
            </p:nvSpPr>
            <p:spPr>
              <a:xfrm flipH="false" flipV="false" rot="0">
                <a:off x="0" y="0"/>
                <a:ext cx="812800" cy="711200"/>
              </a:xfrm>
              <a:custGeom>
                <a:avLst/>
                <a:gdLst/>
                <a:ahLst/>
                <a:cxnLst/>
                <a:rect r="r" b="b" t="t" l="l"/>
                <a:pathLst>
                  <a:path h="711200" w="812800">
                    <a:moveTo>
                      <a:pt x="406400" y="711200"/>
                    </a:moveTo>
                    <a:lnTo>
                      <a:pt x="812800" y="0"/>
                    </a:lnTo>
                    <a:lnTo>
                      <a:pt x="0" y="0"/>
                    </a:lnTo>
                    <a:lnTo>
                      <a:pt x="406400" y="711200"/>
                    </a:lnTo>
                    <a:close/>
                  </a:path>
                </a:pathLst>
              </a:custGeom>
              <a:solidFill>
                <a:srgbClr val="6B7A8C"/>
              </a:solidFill>
            </p:spPr>
          </p:sp>
          <p:sp>
            <p:nvSpPr>
              <p:cNvPr name="TextBox 40" id="40"/>
              <p:cNvSpPr txBox="true"/>
              <p:nvPr/>
            </p:nvSpPr>
            <p:spPr>
              <a:xfrm>
                <a:off x="127000" y="12700"/>
                <a:ext cx="558800" cy="368300"/>
              </a:xfrm>
              <a:prstGeom prst="rect">
                <a:avLst/>
              </a:prstGeom>
            </p:spPr>
            <p:txBody>
              <a:bodyPr anchor="ctr" rtlCol="false" tIns="52956" lIns="52956" bIns="52956" rIns="52956"/>
              <a:lstStyle/>
              <a:p>
                <a:pPr algn="ctr">
                  <a:lnSpc>
                    <a:spcPts val="2660"/>
                  </a:lnSpc>
                </a:pPr>
              </a:p>
            </p:txBody>
          </p:sp>
        </p:grpSp>
        <p:grpSp>
          <p:nvGrpSpPr>
            <p:cNvPr name="Group 41" id="41"/>
            <p:cNvGrpSpPr/>
            <p:nvPr/>
          </p:nvGrpSpPr>
          <p:grpSpPr>
            <a:xfrm rot="-10800000">
              <a:off x="5633729" y="0"/>
              <a:ext cx="4289407" cy="3753231"/>
              <a:chOff x="0" y="0"/>
              <a:chExt cx="812800" cy="711200"/>
            </a:xfrm>
          </p:grpSpPr>
          <p:sp>
            <p:nvSpPr>
              <p:cNvPr name="Freeform 42" id="42"/>
              <p:cNvSpPr/>
              <p:nvPr/>
            </p:nvSpPr>
            <p:spPr>
              <a:xfrm flipH="false" flipV="false" rot="0">
                <a:off x="0" y="0"/>
                <a:ext cx="812800" cy="711200"/>
              </a:xfrm>
              <a:custGeom>
                <a:avLst/>
                <a:gdLst/>
                <a:ahLst/>
                <a:cxnLst/>
                <a:rect r="r" b="b" t="t" l="l"/>
                <a:pathLst>
                  <a:path h="711200" w="812800">
                    <a:moveTo>
                      <a:pt x="406400" y="711200"/>
                    </a:moveTo>
                    <a:lnTo>
                      <a:pt x="812800" y="0"/>
                    </a:lnTo>
                    <a:lnTo>
                      <a:pt x="0" y="0"/>
                    </a:lnTo>
                    <a:lnTo>
                      <a:pt x="406400" y="711200"/>
                    </a:lnTo>
                    <a:close/>
                  </a:path>
                </a:pathLst>
              </a:custGeom>
              <a:solidFill>
                <a:srgbClr val="3E526A"/>
              </a:solidFill>
            </p:spPr>
          </p:sp>
          <p:sp>
            <p:nvSpPr>
              <p:cNvPr name="TextBox 43" id="43"/>
              <p:cNvSpPr txBox="true"/>
              <p:nvPr/>
            </p:nvSpPr>
            <p:spPr>
              <a:xfrm>
                <a:off x="127000" y="12700"/>
                <a:ext cx="558800" cy="368300"/>
              </a:xfrm>
              <a:prstGeom prst="rect">
                <a:avLst/>
              </a:prstGeom>
            </p:spPr>
            <p:txBody>
              <a:bodyPr anchor="ctr" rtlCol="false" tIns="52956" lIns="52956" bIns="52956" rIns="52956"/>
              <a:lstStyle/>
              <a:p>
                <a:pPr algn="ctr">
                  <a:lnSpc>
                    <a:spcPts val="2660"/>
                  </a:lnSpc>
                </a:pPr>
              </a:p>
            </p:txBody>
          </p:sp>
        </p:grpSp>
        <p:grpSp>
          <p:nvGrpSpPr>
            <p:cNvPr name="Group 44" id="44"/>
            <p:cNvGrpSpPr/>
            <p:nvPr/>
          </p:nvGrpSpPr>
          <p:grpSpPr>
            <a:xfrm rot="-10800000">
              <a:off x="0" y="7297660"/>
              <a:ext cx="6021343" cy="1315321"/>
              <a:chOff x="0" y="0"/>
              <a:chExt cx="1140985" cy="249240"/>
            </a:xfrm>
          </p:grpSpPr>
          <p:sp>
            <p:nvSpPr>
              <p:cNvPr name="Freeform 45" id="45"/>
              <p:cNvSpPr/>
              <p:nvPr/>
            </p:nvSpPr>
            <p:spPr>
              <a:xfrm flipH="false" flipV="false" rot="0">
                <a:off x="0" y="0"/>
                <a:ext cx="1140985" cy="249240"/>
              </a:xfrm>
              <a:custGeom>
                <a:avLst/>
                <a:gdLst/>
                <a:ahLst/>
                <a:cxnLst/>
                <a:rect r="r" b="b" t="t" l="l"/>
                <a:pathLst>
                  <a:path h="249240" w="1140985">
                    <a:moveTo>
                      <a:pt x="203200" y="0"/>
                    </a:moveTo>
                    <a:lnTo>
                      <a:pt x="1140985" y="0"/>
                    </a:lnTo>
                    <a:lnTo>
                      <a:pt x="937785" y="249240"/>
                    </a:lnTo>
                    <a:lnTo>
                      <a:pt x="0" y="249240"/>
                    </a:lnTo>
                    <a:lnTo>
                      <a:pt x="203200" y="0"/>
                    </a:lnTo>
                    <a:close/>
                  </a:path>
                </a:pathLst>
              </a:custGeom>
              <a:solidFill>
                <a:srgbClr val="88A5C4"/>
              </a:solidFill>
            </p:spPr>
          </p:sp>
          <p:sp>
            <p:nvSpPr>
              <p:cNvPr name="TextBox 46" id="46"/>
              <p:cNvSpPr txBox="true"/>
              <p:nvPr/>
            </p:nvSpPr>
            <p:spPr>
              <a:xfrm>
                <a:off x="101600" y="-38100"/>
                <a:ext cx="937785" cy="287340"/>
              </a:xfrm>
              <a:prstGeom prst="rect">
                <a:avLst/>
              </a:prstGeom>
            </p:spPr>
            <p:txBody>
              <a:bodyPr anchor="ctr" rtlCol="false" tIns="52956" lIns="52956" bIns="52956" rIns="52956"/>
              <a:lstStyle/>
              <a:p>
                <a:pPr algn="ctr">
                  <a:lnSpc>
                    <a:spcPts val="2660"/>
                  </a:lnSpc>
                </a:pPr>
              </a:p>
            </p:txBody>
          </p:sp>
        </p:grpSp>
        <p:grpSp>
          <p:nvGrpSpPr>
            <p:cNvPr name="Group 47" id="47"/>
            <p:cNvGrpSpPr/>
            <p:nvPr/>
          </p:nvGrpSpPr>
          <p:grpSpPr>
            <a:xfrm rot="-8863024">
              <a:off x="4411262" y="4994167"/>
              <a:ext cx="1017341" cy="1062556"/>
              <a:chOff x="0" y="0"/>
              <a:chExt cx="571500" cy="596900"/>
            </a:xfrm>
          </p:grpSpPr>
          <p:sp>
            <p:nvSpPr>
              <p:cNvPr name="Freeform 48" id="48"/>
              <p:cNvSpPr/>
              <p:nvPr/>
            </p:nvSpPr>
            <p:spPr>
              <a:xfrm flipH="false" flipV="false" rot="0">
                <a:off x="0" y="0"/>
                <a:ext cx="571500" cy="596900"/>
              </a:xfrm>
              <a:custGeom>
                <a:avLst/>
                <a:gdLst/>
                <a:ahLst/>
                <a:cxnLst/>
                <a:rect r="r" b="b" t="t" l="l"/>
                <a:pathLst>
                  <a:path h="596900" w="571500">
                    <a:moveTo>
                      <a:pt x="571500" y="596900"/>
                    </a:moveTo>
                    <a:lnTo>
                      <a:pt x="0" y="596900"/>
                    </a:lnTo>
                    <a:lnTo>
                      <a:pt x="0" y="0"/>
                    </a:lnTo>
                    <a:lnTo>
                      <a:pt x="571500" y="596900"/>
                    </a:lnTo>
                    <a:close/>
                  </a:path>
                </a:pathLst>
              </a:custGeom>
              <a:solidFill>
                <a:srgbClr val="88A5C4"/>
              </a:solidFill>
            </p:spPr>
          </p:sp>
          <p:sp>
            <p:nvSpPr>
              <p:cNvPr name="TextBox 49" id="49"/>
              <p:cNvSpPr txBox="true"/>
              <p:nvPr/>
            </p:nvSpPr>
            <p:spPr>
              <a:xfrm>
                <a:off x="0" y="260350"/>
                <a:ext cx="285750" cy="335280"/>
              </a:xfrm>
              <a:prstGeom prst="rect">
                <a:avLst/>
              </a:prstGeom>
            </p:spPr>
            <p:txBody>
              <a:bodyPr anchor="ctr" rtlCol="false" tIns="52956" lIns="52956" bIns="52956" rIns="52956"/>
              <a:lstStyle/>
              <a:p>
                <a:pPr algn="ctr">
                  <a:lnSpc>
                    <a:spcPts val="2660"/>
                  </a:lnSpc>
                </a:pPr>
              </a:p>
            </p:txBody>
          </p:sp>
        </p:grpSp>
        <p:grpSp>
          <p:nvGrpSpPr>
            <p:cNvPr name="Group 50" id="50"/>
            <p:cNvGrpSpPr/>
            <p:nvPr/>
          </p:nvGrpSpPr>
          <p:grpSpPr>
            <a:xfrm rot="6506687">
              <a:off x="861455" y="6491844"/>
              <a:ext cx="693615" cy="724442"/>
              <a:chOff x="0" y="0"/>
              <a:chExt cx="571500" cy="596900"/>
            </a:xfrm>
          </p:grpSpPr>
          <p:sp>
            <p:nvSpPr>
              <p:cNvPr name="Freeform 51" id="51"/>
              <p:cNvSpPr/>
              <p:nvPr/>
            </p:nvSpPr>
            <p:spPr>
              <a:xfrm flipH="false" flipV="false" rot="0">
                <a:off x="0" y="0"/>
                <a:ext cx="571500" cy="596900"/>
              </a:xfrm>
              <a:custGeom>
                <a:avLst/>
                <a:gdLst/>
                <a:ahLst/>
                <a:cxnLst/>
                <a:rect r="r" b="b" t="t" l="l"/>
                <a:pathLst>
                  <a:path h="596900" w="571500">
                    <a:moveTo>
                      <a:pt x="571500" y="596900"/>
                    </a:moveTo>
                    <a:lnTo>
                      <a:pt x="0" y="596900"/>
                    </a:lnTo>
                    <a:lnTo>
                      <a:pt x="0" y="0"/>
                    </a:lnTo>
                    <a:lnTo>
                      <a:pt x="571500" y="596900"/>
                    </a:lnTo>
                    <a:close/>
                  </a:path>
                </a:pathLst>
              </a:custGeom>
              <a:solidFill>
                <a:srgbClr val="6B7A8C"/>
              </a:solidFill>
            </p:spPr>
          </p:sp>
          <p:sp>
            <p:nvSpPr>
              <p:cNvPr name="TextBox 52" id="52"/>
              <p:cNvSpPr txBox="true"/>
              <p:nvPr/>
            </p:nvSpPr>
            <p:spPr>
              <a:xfrm>
                <a:off x="0" y="260350"/>
                <a:ext cx="285750" cy="335280"/>
              </a:xfrm>
              <a:prstGeom prst="rect">
                <a:avLst/>
              </a:prstGeom>
            </p:spPr>
            <p:txBody>
              <a:bodyPr anchor="ctr" rtlCol="false" tIns="52956" lIns="52956" bIns="52956" rIns="52956"/>
              <a:lstStyle/>
              <a:p>
                <a:pPr algn="ctr">
                  <a:lnSpc>
                    <a:spcPts val="2660"/>
                  </a:lnSpc>
                </a:pPr>
              </a:p>
            </p:txBody>
          </p:sp>
        </p:grpSp>
      </p:grpSp>
      <p:grpSp>
        <p:nvGrpSpPr>
          <p:cNvPr name="Group 53" id="53"/>
          <p:cNvGrpSpPr/>
          <p:nvPr/>
        </p:nvGrpSpPr>
        <p:grpSpPr>
          <a:xfrm rot="0">
            <a:off x="-1957407" y="-931287"/>
            <a:ext cx="7442351" cy="7080653"/>
            <a:chOff x="0" y="0"/>
            <a:chExt cx="9923135" cy="9440871"/>
          </a:xfrm>
        </p:grpSpPr>
        <p:grpSp>
          <p:nvGrpSpPr>
            <p:cNvPr name="Group 54" id="54"/>
            <p:cNvGrpSpPr/>
            <p:nvPr/>
          </p:nvGrpSpPr>
          <p:grpSpPr>
            <a:xfrm rot="823880">
              <a:off x="1848353" y="1911678"/>
              <a:ext cx="4106879" cy="4289407"/>
              <a:chOff x="0" y="0"/>
              <a:chExt cx="571500" cy="596900"/>
            </a:xfrm>
          </p:grpSpPr>
          <p:sp>
            <p:nvSpPr>
              <p:cNvPr name="Freeform 55" id="55"/>
              <p:cNvSpPr/>
              <p:nvPr/>
            </p:nvSpPr>
            <p:spPr>
              <a:xfrm flipH="false" flipV="false" rot="0">
                <a:off x="0" y="0"/>
                <a:ext cx="571500" cy="596900"/>
              </a:xfrm>
              <a:custGeom>
                <a:avLst/>
                <a:gdLst/>
                <a:ahLst/>
                <a:cxnLst/>
                <a:rect r="r" b="b" t="t" l="l"/>
                <a:pathLst>
                  <a:path h="596900" w="571500">
                    <a:moveTo>
                      <a:pt x="571500" y="596900"/>
                    </a:moveTo>
                    <a:lnTo>
                      <a:pt x="0" y="596900"/>
                    </a:lnTo>
                    <a:lnTo>
                      <a:pt x="0" y="0"/>
                    </a:lnTo>
                    <a:lnTo>
                      <a:pt x="571500" y="596900"/>
                    </a:lnTo>
                    <a:close/>
                  </a:path>
                </a:pathLst>
              </a:custGeom>
              <a:solidFill>
                <a:srgbClr val="A5B4C7"/>
              </a:solidFill>
            </p:spPr>
          </p:sp>
          <p:sp>
            <p:nvSpPr>
              <p:cNvPr name="TextBox 56" id="56"/>
              <p:cNvSpPr txBox="true"/>
              <p:nvPr/>
            </p:nvSpPr>
            <p:spPr>
              <a:xfrm>
                <a:off x="0" y="260350"/>
                <a:ext cx="285750" cy="335280"/>
              </a:xfrm>
              <a:prstGeom prst="rect">
                <a:avLst/>
              </a:prstGeom>
            </p:spPr>
            <p:txBody>
              <a:bodyPr anchor="ctr" rtlCol="false" tIns="52956" lIns="52956" bIns="52956" rIns="52956"/>
              <a:lstStyle/>
              <a:p>
                <a:pPr algn="ctr">
                  <a:lnSpc>
                    <a:spcPts val="2660"/>
                  </a:lnSpc>
                </a:pPr>
              </a:p>
            </p:txBody>
          </p:sp>
        </p:grpSp>
        <p:grpSp>
          <p:nvGrpSpPr>
            <p:cNvPr name="Group 57" id="57"/>
            <p:cNvGrpSpPr/>
            <p:nvPr/>
          </p:nvGrpSpPr>
          <p:grpSpPr>
            <a:xfrm rot="0">
              <a:off x="1757089" y="0"/>
              <a:ext cx="4289407" cy="3753231"/>
              <a:chOff x="0" y="0"/>
              <a:chExt cx="812800" cy="711200"/>
            </a:xfrm>
          </p:grpSpPr>
          <p:sp>
            <p:nvSpPr>
              <p:cNvPr name="Freeform 58" id="58"/>
              <p:cNvSpPr/>
              <p:nvPr/>
            </p:nvSpPr>
            <p:spPr>
              <a:xfrm flipH="false" flipV="false" rot="0">
                <a:off x="0" y="0"/>
                <a:ext cx="812800" cy="711200"/>
              </a:xfrm>
              <a:custGeom>
                <a:avLst/>
                <a:gdLst/>
                <a:ahLst/>
                <a:cxnLst/>
                <a:rect r="r" b="b" t="t" l="l"/>
                <a:pathLst>
                  <a:path h="711200" w="812800">
                    <a:moveTo>
                      <a:pt x="406400" y="711200"/>
                    </a:moveTo>
                    <a:lnTo>
                      <a:pt x="812800" y="0"/>
                    </a:lnTo>
                    <a:lnTo>
                      <a:pt x="0" y="0"/>
                    </a:lnTo>
                    <a:lnTo>
                      <a:pt x="406400" y="711200"/>
                    </a:lnTo>
                    <a:close/>
                  </a:path>
                </a:pathLst>
              </a:custGeom>
              <a:solidFill>
                <a:srgbClr val="6B7A8C"/>
              </a:solidFill>
            </p:spPr>
          </p:sp>
          <p:sp>
            <p:nvSpPr>
              <p:cNvPr name="TextBox 59" id="59"/>
              <p:cNvSpPr txBox="true"/>
              <p:nvPr/>
            </p:nvSpPr>
            <p:spPr>
              <a:xfrm>
                <a:off x="127000" y="12700"/>
                <a:ext cx="558800" cy="368300"/>
              </a:xfrm>
              <a:prstGeom prst="rect">
                <a:avLst/>
              </a:prstGeom>
            </p:spPr>
            <p:txBody>
              <a:bodyPr anchor="ctr" rtlCol="false" tIns="52956" lIns="52956" bIns="52956" rIns="52956"/>
              <a:lstStyle/>
              <a:p>
                <a:pPr algn="ctr">
                  <a:lnSpc>
                    <a:spcPts val="2660"/>
                  </a:lnSpc>
                </a:pPr>
              </a:p>
            </p:txBody>
          </p:sp>
        </p:grpSp>
        <p:grpSp>
          <p:nvGrpSpPr>
            <p:cNvPr name="Group 60" id="60"/>
            <p:cNvGrpSpPr/>
            <p:nvPr/>
          </p:nvGrpSpPr>
          <p:grpSpPr>
            <a:xfrm rot="0">
              <a:off x="0" y="5687640"/>
              <a:ext cx="4289407" cy="3753231"/>
              <a:chOff x="0" y="0"/>
              <a:chExt cx="812800" cy="711200"/>
            </a:xfrm>
          </p:grpSpPr>
          <p:sp>
            <p:nvSpPr>
              <p:cNvPr name="Freeform 61" id="61"/>
              <p:cNvSpPr/>
              <p:nvPr/>
            </p:nvSpPr>
            <p:spPr>
              <a:xfrm flipH="false" flipV="false" rot="0">
                <a:off x="0" y="0"/>
                <a:ext cx="812800" cy="711200"/>
              </a:xfrm>
              <a:custGeom>
                <a:avLst/>
                <a:gdLst/>
                <a:ahLst/>
                <a:cxnLst/>
                <a:rect r="r" b="b" t="t" l="l"/>
                <a:pathLst>
                  <a:path h="711200" w="812800">
                    <a:moveTo>
                      <a:pt x="406400" y="711200"/>
                    </a:moveTo>
                    <a:lnTo>
                      <a:pt x="812800" y="0"/>
                    </a:lnTo>
                    <a:lnTo>
                      <a:pt x="0" y="0"/>
                    </a:lnTo>
                    <a:lnTo>
                      <a:pt x="406400" y="711200"/>
                    </a:lnTo>
                    <a:close/>
                  </a:path>
                </a:pathLst>
              </a:custGeom>
              <a:solidFill>
                <a:srgbClr val="3E526A"/>
              </a:solidFill>
            </p:spPr>
          </p:sp>
          <p:sp>
            <p:nvSpPr>
              <p:cNvPr name="TextBox 62" id="62"/>
              <p:cNvSpPr txBox="true"/>
              <p:nvPr/>
            </p:nvSpPr>
            <p:spPr>
              <a:xfrm>
                <a:off x="127000" y="12700"/>
                <a:ext cx="558800" cy="368300"/>
              </a:xfrm>
              <a:prstGeom prst="rect">
                <a:avLst/>
              </a:prstGeom>
            </p:spPr>
            <p:txBody>
              <a:bodyPr anchor="ctr" rtlCol="false" tIns="52956" lIns="52956" bIns="52956" rIns="52956"/>
              <a:lstStyle/>
              <a:p>
                <a:pPr algn="ctr">
                  <a:lnSpc>
                    <a:spcPts val="2660"/>
                  </a:lnSpc>
                </a:pPr>
              </a:p>
            </p:txBody>
          </p:sp>
        </p:grpSp>
        <p:grpSp>
          <p:nvGrpSpPr>
            <p:cNvPr name="Group 63" id="63"/>
            <p:cNvGrpSpPr/>
            <p:nvPr/>
          </p:nvGrpSpPr>
          <p:grpSpPr>
            <a:xfrm rot="0">
              <a:off x="3901792" y="827890"/>
              <a:ext cx="6021343" cy="1315321"/>
              <a:chOff x="0" y="0"/>
              <a:chExt cx="1140985" cy="249240"/>
            </a:xfrm>
          </p:grpSpPr>
          <p:sp>
            <p:nvSpPr>
              <p:cNvPr name="Freeform 64" id="64"/>
              <p:cNvSpPr/>
              <p:nvPr/>
            </p:nvSpPr>
            <p:spPr>
              <a:xfrm flipH="false" flipV="false" rot="0">
                <a:off x="0" y="0"/>
                <a:ext cx="1140985" cy="249240"/>
              </a:xfrm>
              <a:custGeom>
                <a:avLst/>
                <a:gdLst/>
                <a:ahLst/>
                <a:cxnLst/>
                <a:rect r="r" b="b" t="t" l="l"/>
                <a:pathLst>
                  <a:path h="249240" w="1140985">
                    <a:moveTo>
                      <a:pt x="203200" y="0"/>
                    </a:moveTo>
                    <a:lnTo>
                      <a:pt x="1140985" y="0"/>
                    </a:lnTo>
                    <a:lnTo>
                      <a:pt x="937785" y="249240"/>
                    </a:lnTo>
                    <a:lnTo>
                      <a:pt x="0" y="249240"/>
                    </a:lnTo>
                    <a:lnTo>
                      <a:pt x="203200" y="0"/>
                    </a:lnTo>
                    <a:close/>
                  </a:path>
                </a:pathLst>
              </a:custGeom>
              <a:solidFill>
                <a:srgbClr val="88A5C4"/>
              </a:solidFill>
            </p:spPr>
          </p:sp>
          <p:sp>
            <p:nvSpPr>
              <p:cNvPr name="TextBox 65" id="65"/>
              <p:cNvSpPr txBox="true"/>
              <p:nvPr/>
            </p:nvSpPr>
            <p:spPr>
              <a:xfrm>
                <a:off x="101600" y="-38100"/>
                <a:ext cx="937785" cy="287340"/>
              </a:xfrm>
              <a:prstGeom prst="rect">
                <a:avLst/>
              </a:prstGeom>
            </p:spPr>
            <p:txBody>
              <a:bodyPr anchor="ctr" rtlCol="false" tIns="52956" lIns="52956" bIns="52956" rIns="52956"/>
              <a:lstStyle/>
              <a:p>
                <a:pPr algn="ctr">
                  <a:lnSpc>
                    <a:spcPts val="2660"/>
                  </a:lnSpc>
                </a:pPr>
              </a:p>
            </p:txBody>
          </p:sp>
        </p:grpSp>
        <p:grpSp>
          <p:nvGrpSpPr>
            <p:cNvPr name="Group 66" id="66"/>
            <p:cNvGrpSpPr/>
            <p:nvPr/>
          </p:nvGrpSpPr>
          <p:grpSpPr>
            <a:xfrm rot="1936975">
              <a:off x="4494533" y="3384148"/>
              <a:ext cx="1017341" cy="1062556"/>
              <a:chOff x="0" y="0"/>
              <a:chExt cx="571500" cy="596900"/>
            </a:xfrm>
          </p:grpSpPr>
          <p:sp>
            <p:nvSpPr>
              <p:cNvPr name="Freeform 67" id="67"/>
              <p:cNvSpPr/>
              <p:nvPr/>
            </p:nvSpPr>
            <p:spPr>
              <a:xfrm flipH="false" flipV="false" rot="0">
                <a:off x="0" y="0"/>
                <a:ext cx="571500" cy="596900"/>
              </a:xfrm>
              <a:custGeom>
                <a:avLst/>
                <a:gdLst/>
                <a:ahLst/>
                <a:cxnLst/>
                <a:rect r="r" b="b" t="t" l="l"/>
                <a:pathLst>
                  <a:path h="596900" w="571500">
                    <a:moveTo>
                      <a:pt x="571500" y="596900"/>
                    </a:moveTo>
                    <a:lnTo>
                      <a:pt x="0" y="596900"/>
                    </a:lnTo>
                    <a:lnTo>
                      <a:pt x="0" y="0"/>
                    </a:lnTo>
                    <a:lnTo>
                      <a:pt x="571500" y="596900"/>
                    </a:lnTo>
                    <a:close/>
                  </a:path>
                </a:pathLst>
              </a:custGeom>
              <a:solidFill>
                <a:srgbClr val="88A5C4"/>
              </a:solidFill>
            </p:spPr>
          </p:sp>
          <p:sp>
            <p:nvSpPr>
              <p:cNvPr name="TextBox 68" id="68"/>
              <p:cNvSpPr txBox="true"/>
              <p:nvPr/>
            </p:nvSpPr>
            <p:spPr>
              <a:xfrm>
                <a:off x="0" y="260350"/>
                <a:ext cx="285750" cy="335280"/>
              </a:xfrm>
              <a:prstGeom prst="rect">
                <a:avLst/>
              </a:prstGeom>
            </p:spPr>
            <p:txBody>
              <a:bodyPr anchor="ctr" rtlCol="false" tIns="52956" lIns="52956" bIns="52956" rIns="52956"/>
              <a:lstStyle/>
              <a:p>
                <a:pPr algn="ctr">
                  <a:lnSpc>
                    <a:spcPts val="2660"/>
                  </a:lnSpc>
                </a:pPr>
              </a:p>
            </p:txBody>
          </p:sp>
        </p:grpSp>
        <p:grpSp>
          <p:nvGrpSpPr>
            <p:cNvPr name="Group 69" id="69"/>
            <p:cNvGrpSpPr/>
            <p:nvPr/>
          </p:nvGrpSpPr>
          <p:grpSpPr>
            <a:xfrm rot="-4293312">
              <a:off x="8368065" y="2224585"/>
              <a:ext cx="693615" cy="724442"/>
              <a:chOff x="0" y="0"/>
              <a:chExt cx="571500" cy="596900"/>
            </a:xfrm>
          </p:grpSpPr>
          <p:sp>
            <p:nvSpPr>
              <p:cNvPr name="Freeform 70" id="70"/>
              <p:cNvSpPr/>
              <p:nvPr/>
            </p:nvSpPr>
            <p:spPr>
              <a:xfrm flipH="false" flipV="false" rot="0">
                <a:off x="0" y="0"/>
                <a:ext cx="571500" cy="596900"/>
              </a:xfrm>
              <a:custGeom>
                <a:avLst/>
                <a:gdLst/>
                <a:ahLst/>
                <a:cxnLst/>
                <a:rect r="r" b="b" t="t" l="l"/>
                <a:pathLst>
                  <a:path h="596900" w="571500">
                    <a:moveTo>
                      <a:pt x="571500" y="596900"/>
                    </a:moveTo>
                    <a:lnTo>
                      <a:pt x="0" y="596900"/>
                    </a:lnTo>
                    <a:lnTo>
                      <a:pt x="0" y="0"/>
                    </a:lnTo>
                    <a:lnTo>
                      <a:pt x="571500" y="596900"/>
                    </a:lnTo>
                    <a:close/>
                  </a:path>
                </a:pathLst>
              </a:custGeom>
              <a:solidFill>
                <a:srgbClr val="6B7A8C"/>
              </a:solidFill>
            </p:spPr>
          </p:sp>
          <p:sp>
            <p:nvSpPr>
              <p:cNvPr name="TextBox 71" id="71"/>
              <p:cNvSpPr txBox="true"/>
              <p:nvPr/>
            </p:nvSpPr>
            <p:spPr>
              <a:xfrm>
                <a:off x="0" y="260350"/>
                <a:ext cx="285750" cy="335280"/>
              </a:xfrm>
              <a:prstGeom prst="rect">
                <a:avLst/>
              </a:prstGeom>
            </p:spPr>
            <p:txBody>
              <a:bodyPr anchor="ctr" rtlCol="false" tIns="52956" lIns="52956" bIns="52956" rIns="52956"/>
              <a:lstStyle/>
              <a:p>
                <a:pPr algn="ctr">
                  <a:lnSpc>
                    <a:spcPts val="2660"/>
                  </a:lnSpc>
                </a:pPr>
              </a:p>
            </p:txBody>
          </p:sp>
        </p:grpSp>
      </p:grpSp>
      <p:sp>
        <p:nvSpPr>
          <p:cNvPr name="TextBox 72" id="72"/>
          <p:cNvSpPr txBox="true"/>
          <p:nvPr/>
        </p:nvSpPr>
        <p:spPr>
          <a:xfrm rot="0">
            <a:off x="3253392" y="4198346"/>
            <a:ext cx="11781216" cy="169980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3934"/>
              </a:lnSpc>
            </a:pPr>
            <a:r>
              <a:rPr lang="en-US" b="true" sz="9953">
                <a:solidFill>
                  <a:srgbClr val="3E526A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THANK YOU 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DAHYFvzqYRw</dc:identifier>
  <dcterms:modified xsi:type="dcterms:W3CDTF">2011-08-01T06:04:30Z</dcterms:modified>
  <cp:revision>1</cp:revision>
  <dc:title>RetinaSense AI</dc:title>
</cp:coreProperties>
</file>